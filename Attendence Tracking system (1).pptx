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</p:sldMasterIdLst>
  <p:notesMasterIdLst>
    <p:notesMasterId r:id="rId30"/>
  </p:notesMasterIdLst>
  <p:handoutMasterIdLst>
    <p:handoutMasterId r:id="rId31"/>
  </p:handoutMasterIdLst>
  <p:sldIdLst>
    <p:sldId id="294" r:id="rId5"/>
    <p:sldId id="298" r:id="rId6"/>
    <p:sldId id="299" r:id="rId7"/>
    <p:sldId id="300" r:id="rId8"/>
    <p:sldId id="259" r:id="rId9"/>
    <p:sldId id="260" r:id="rId10"/>
    <p:sldId id="308" r:id="rId11"/>
    <p:sldId id="309" r:id="rId12"/>
    <p:sldId id="310" r:id="rId13"/>
    <p:sldId id="266" r:id="rId14"/>
    <p:sldId id="261" r:id="rId15"/>
    <p:sldId id="301" r:id="rId16"/>
    <p:sldId id="303" r:id="rId17"/>
    <p:sldId id="262" r:id="rId18"/>
    <p:sldId id="304" r:id="rId19"/>
    <p:sldId id="307" r:id="rId20"/>
    <p:sldId id="306" r:id="rId21"/>
    <p:sldId id="305" r:id="rId22"/>
    <p:sldId id="263" r:id="rId23"/>
    <p:sldId id="264" r:id="rId24"/>
    <p:sldId id="265" r:id="rId25"/>
    <p:sldId id="311" r:id="rId26"/>
    <p:sldId id="312" r:id="rId27"/>
    <p:sldId id="314" r:id="rId28"/>
    <p:sldId id="313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64587B-55B4-FBF2-0FA7-C5C3A2002601}" name="Alicia Velasco Santiago" initials="AVS" userId="S::avelasco@freepikco.onmicrosoft.com::6ebda6ea-dc2d-49ad-b83c-c987d890dd8e" providerId="AD"/>
  <p188:author id="{5EBDB1DB-79A8-947B-9063-5F17B44521F2}" name="Ruben Martin Sanchez" initials="RMS" userId="e84aa1c1e377097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9F9F1"/>
    <a:srgbClr val="3E4C4C"/>
    <a:srgbClr val="A3D392"/>
    <a:srgbClr val="74918C"/>
    <a:srgbClr val="E7E5E0"/>
    <a:srgbClr val="6E6EE3"/>
    <a:srgbClr val="ABB2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374" autoAdjust="0"/>
  </p:normalViewPr>
  <p:slideViewPr>
    <p:cSldViewPr snapToGrid="0" showGuides="1">
      <p:cViewPr varScale="1">
        <p:scale>
          <a:sx n="109" d="100"/>
          <a:sy n="109" d="100"/>
        </p:scale>
        <p:origin x="149" y="8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2" d="100"/>
          <a:sy n="92" d="100"/>
        </p:scale>
        <p:origin x="3187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9E3E546-B60C-492A-8D16-A59B0770EA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5CABD8-57B8-43EE-96EA-D870770C81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F6F6D-2262-467B-9F31-363FEF7BC48A}" type="datetimeFigureOut">
              <a:rPr lang="es-ES" smtClean="0"/>
              <a:t>03/02/2025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4550E2-F10A-4D8C-9D69-003BBEFCA3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B2B0F7-1C7A-4CBF-BF35-9A7B96BB38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68494-18A3-460E-B1EE-C7C4A533F12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4804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7DF6A-D5E5-488E-9109-7EC3FCA8962B}" type="datetimeFigureOut">
              <a:rPr lang="es-ES" smtClean="0"/>
              <a:t>03/02/2025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714E7-2CE9-457A-95A6-BFA02A45C72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63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en/agile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atlassian.com/en/agile/kanban/boards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en/agile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atlassian.com/en/agile/kanban/boards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714E7-2CE9-457A-95A6-BFA02A45C72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2260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Kanban is a popular framework used to implement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Agile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software development. It requires real-time communication of capacity and full transparency of work. Work items are represented visually on a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kanban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board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allowing team members to see the state of every piece of work at any time.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B714E7-2CE9-457A-95A6-BFA02A45C721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674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Kanban is a popular framework used to implement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Agile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software development. It requires real-time communication of capacity and full transparency of work. Work items are represented visually on a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kanban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board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allowing team members to see the state of every piece of work at any time.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B714E7-2CE9-457A-95A6-BFA02A45C721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649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864D9E1-2A4F-4031-9A4B-0354AA75EECA}"/>
              </a:ext>
            </a:extLst>
          </p:cNvPr>
          <p:cNvSpPr/>
          <p:nvPr userDrawn="1"/>
        </p:nvSpPr>
        <p:spPr>
          <a:xfrm>
            <a:off x="6271260" y="0"/>
            <a:ext cx="2872740" cy="5143500"/>
          </a:xfrm>
          <a:prstGeom prst="rect">
            <a:avLst/>
          </a:prstGeom>
          <a:solidFill>
            <a:srgbClr val="A3D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3900" y="653608"/>
            <a:ext cx="4878000" cy="3009600"/>
          </a:xfrm>
        </p:spPr>
        <p:txBody>
          <a:bodyPr anchor="ctr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3899" y="3562240"/>
            <a:ext cx="4878000" cy="378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0">
                <a:latin typeface="Montserrat" panose="00000500000000000000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23002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E9B0DAE-88E0-4E04-8C3B-5988EFAD312C}"/>
              </a:ext>
            </a:extLst>
          </p:cNvPr>
          <p:cNvSpPr/>
          <p:nvPr userDrawn="1"/>
        </p:nvSpPr>
        <p:spPr>
          <a:xfrm>
            <a:off x="3989614" y="0"/>
            <a:ext cx="5154386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2228400"/>
            <a:ext cx="3797299" cy="1026359"/>
          </a:xfrm>
        </p:spPr>
        <p:txBody>
          <a:bodyPr anchor="ctr">
            <a:noAutofit/>
          </a:bodyPr>
          <a:lstStyle>
            <a:lvl1pPr algn="ctr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881600" y="3121200"/>
            <a:ext cx="3177540" cy="66010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FEA4E8-678D-4279-BA7C-4E624B9ABE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75200" y="1310400"/>
            <a:ext cx="1187700" cy="766187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5000" b="1" kern="1200" dirty="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F1256C1C-053B-4ED1-8CD3-9B85B4BFEFE8}"/>
              </a:ext>
            </a:extLst>
          </p:cNvPr>
          <p:cNvCxnSpPr>
            <a:cxnSpLocks/>
          </p:cNvCxnSpPr>
          <p:nvPr userDrawn="1"/>
        </p:nvCxnSpPr>
        <p:spPr>
          <a:xfrm flipV="1">
            <a:off x="723756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39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490526C-D60D-4B14-8F43-F1B8B54F75FC}"/>
              </a:ext>
            </a:extLst>
          </p:cNvPr>
          <p:cNvSpPr/>
          <p:nvPr userDrawn="1"/>
        </p:nvSpPr>
        <p:spPr>
          <a:xfrm rot="16200000">
            <a:off x="3989438" y="-4002598"/>
            <a:ext cx="1165123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355E7D4-C74C-4848-A027-E775BFECD14C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9863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3900" y="1233489"/>
            <a:ext cx="7696200" cy="3357562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1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5323437-7DAB-4E24-960F-EFA01671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659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04B42BB2-1921-4A47-B958-B24B46D1DBA7}"/>
              </a:ext>
            </a:extLst>
          </p:cNvPr>
          <p:cNvSpPr/>
          <p:nvPr userDrawn="1"/>
        </p:nvSpPr>
        <p:spPr>
          <a:xfrm rot="16200000">
            <a:off x="-2216470" y="2203130"/>
            <a:ext cx="5156837" cy="7239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45600" y="3599420"/>
            <a:ext cx="2915263" cy="768803"/>
          </a:xfrm>
        </p:spPr>
        <p:txBody>
          <a:bodyPr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algn="ctr">
              <a:defRPr sz="1600">
                <a:solidFill>
                  <a:schemeClr val="tx1"/>
                </a:solidFill>
                <a:latin typeface="Montserrat" panose="00000500000000000000" pitchFamily="50" charset="0"/>
              </a:defRPr>
            </a:lvl2pPr>
            <a:lvl3pPr algn="ctr">
              <a:defRPr sz="16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476" y="3599420"/>
            <a:ext cx="2915263" cy="770400"/>
          </a:xfrm>
        </p:spPr>
        <p:txBody>
          <a:bodyPr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algn="ctr">
              <a:defRPr sz="1600">
                <a:solidFill>
                  <a:schemeClr val="tx1"/>
                </a:solidFill>
                <a:latin typeface="Montserrat" panose="00000500000000000000" pitchFamily="50" charset="0"/>
              </a:defRPr>
            </a:lvl2pPr>
            <a:lvl3pPr algn="ctr">
              <a:defRPr sz="1600">
                <a:solidFill>
                  <a:schemeClr val="tx1"/>
                </a:solidFill>
                <a:latin typeface="Montserrat" panose="00000500000000000000" pitchFamily="50" charset="0"/>
              </a:defRPr>
            </a:lvl3pPr>
            <a:lvl4pPr algn="ctr">
              <a:defRPr sz="1600">
                <a:solidFill>
                  <a:schemeClr val="tx1"/>
                </a:solidFill>
                <a:latin typeface="Montserrat" panose="00000500000000000000" pitchFamily="50" charset="0"/>
              </a:defRPr>
            </a:lvl4pPr>
            <a:lvl5pPr algn="ctr">
              <a:defRPr sz="1600">
                <a:solidFill>
                  <a:schemeClr val="tx1"/>
                </a:solidFill>
                <a:latin typeface="Montserrat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7D406E-515A-4F43-9A01-A05A4C6D192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45600" y="3239150"/>
            <a:ext cx="2915263" cy="392482"/>
          </a:xfrm>
        </p:spPr>
        <p:txBody>
          <a:bodyPr>
            <a:noAutofit/>
          </a:bodyPr>
          <a:lstStyle>
            <a:lvl1pPr marL="0" indent="0" algn="ctr">
              <a:buNone/>
              <a:defRPr sz="22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5C9BD97-A085-490E-8875-69685121698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989476" y="3239150"/>
            <a:ext cx="2915263" cy="392482"/>
          </a:xfrm>
        </p:spPr>
        <p:txBody>
          <a:bodyPr>
            <a:noAutofit/>
          </a:bodyPr>
          <a:lstStyle>
            <a:lvl1pPr marL="0" indent="0" algn="ctr">
              <a:buNone/>
              <a:defRPr sz="22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FF346E-8764-4066-94AC-ECE6D9365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4A267CD-0336-4222-9B0B-97C7BE52BBB4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9863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29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44EBFA0-46B6-4893-8D00-D339F577D223}"/>
              </a:ext>
            </a:extLst>
          </p:cNvPr>
          <p:cNvSpPr/>
          <p:nvPr userDrawn="1"/>
        </p:nvSpPr>
        <p:spPr>
          <a:xfrm rot="16200000">
            <a:off x="-2216470" y="2203130"/>
            <a:ext cx="5156837" cy="7239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31921B3-F24C-4C78-964C-AF06B10C73B7}"/>
              </a:ext>
            </a:extLst>
          </p:cNvPr>
          <p:cNvCxnSpPr>
            <a:cxnSpLocks/>
          </p:cNvCxnSpPr>
          <p:nvPr userDrawn="1"/>
        </p:nvCxnSpPr>
        <p:spPr>
          <a:xfrm flipV="1">
            <a:off x="723892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AAAC595-3CB6-4D7E-B622-9B2466152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81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3E42A68-03E8-420E-808B-76629B06DC8E}"/>
              </a:ext>
            </a:extLst>
          </p:cNvPr>
          <p:cNvSpPr/>
          <p:nvPr userDrawn="1"/>
        </p:nvSpPr>
        <p:spPr>
          <a:xfrm>
            <a:off x="0" y="3897087"/>
            <a:ext cx="9144000" cy="12464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38ADA69-12FD-45DB-89C0-8AE987800295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9863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F7DF3-02F3-41BF-A060-159BA21B5D0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3900" y="1282834"/>
            <a:ext cx="7705206" cy="450094"/>
          </a:xfrm>
        </p:spPr>
        <p:txBody>
          <a:bodyPr anchor="ctr">
            <a:norm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marL="6286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3pPr>
            <a:lvl4pPr marL="13144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4pPr>
            <a:lvl5pPr marL="16573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5ED018D-B6A1-4C4F-ABCE-DD3EB252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B816F5F-3AB5-46E6-A358-35A2ACB6AF1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723900" y="3060634"/>
            <a:ext cx="7705206" cy="501392"/>
          </a:xfrm>
        </p:spPr>
        <p:txBody>
          <a:bodyPr anchor="ctr">
            <a:norm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marL="6286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3pPr>
            <a:lvl4pPr marL="13144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4pPr>
            <a:lvl5pPr marL="16573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4B5F9B-0445-4F64-A7B4-82CD60F950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3900" y="1733550"/>
            <a:ext cx="7696200" cy="1284288"/>
          </a:xfrm>
        </p:spPr>
        <p:txBody>
          <a:bodyPr>
            <a:noAutofit/>
          </a:bodyPr>
          <a:lstStyle>
            <a:lvl1pPr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2pPr>
            <a:lvl3pPr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3pPr>
            <a:lvl4pPr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4pPr>
            <a:lvl5pPr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90746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809043F-2CB1-4697-ADC0-1A4B5CEE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43260"/>
            <a:ext cx="7886700" cy="2656981"/>
          </a:xfrm>
        </p:spPr>
        <p:txBody>
          <a:bodyPr/>
          <a:lstStyle>
            <a:lvl1pPr>
              <a:defRPr b="1">
                <a:latin typeface="Poiret One" panose="02000000000000000000" pitchFamily="2" charset="0"/>
                <a:cs typeface="Poppins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478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3">
            <a:extLst>
              <a:ext uri="{FF2B5EF4-FFF2-40B4-BE49-F238E27FC236}">
                <a16:creationId xmlns:a16="http://schemas.microsoft.com/office/drawing/2014/main" id="{2CC5DEF2-471C-44A2-8740-C2D0EB3257F7}"/>
              </a:ext>
            </a:extLst>
          </p:cNvPr>
          <p:cNvSpPr/>
          <p:nvPr userDrawn="1"/>
        </p:nvSpPr>
        <p:spPr>
          <a:xfrm rot="16200000">
            <a:off x="3989438" y="-4002598"/>
            <a:ext cx="1165123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8CE39D-8A98-4B5A-8C7B-9E9210E7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49"/>
            <a:ext cx="7696200" cy="432000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7AD295-11B3-4DBD-83ED-1361E6D683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3900" y="2406828"/>
            <a:ext cx="7696200" cy="2184224"/>
          </a:xfrm>
        </p:spPr>
        <p:txBody>
          <a:bodyPr anchor="ctr">
            <a:normAutofit/>
          </a:bodyPr>
          <a:lstStyle>
            <a:lvl1pPr marL="285750" indent="-285750">
              <a:spcBef>
                <a:spcPts val="0"/>
              </a:spcBef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BEF84CC-BF56-4C47-B129-9BCB2A4E2D1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3900" y="1282834"/>
            <a:ext cx="5994334" cy="1076602"/>
          </a:xfrm>
        </p:spPr>
        <p:txBody>
          <a:bodyPr anchor="ctr"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marL="6286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3pPr>
            <a:lvl4pPr marL="13144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4pPr>
            <a:lvl5pPr marL="16573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Conector recto 4">
            <a:extLst>
              <a:ext uri="{FF2B5EF4-FFF2-40B4-BE49-F238E27FC236}">
                <a16:creationId xmlns:a16="http://schemas.microsoft.com/office/drawing/2014/main" id="{EECDF328-3D16-46F8-8C28-4BFB1768D2B1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9863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80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64B4CD4-2C5C-4DA5-BF61-CF7C5547558E}"/>
              </a:ext>
            </a:extLst>
          </p:cNvPr>
          <p:cNvSpPr/>
          <p:nvPr userDrawn="1"/>
        </p:nvSpPr>
        <p:spPr>
          <a:xfrm>
            <a:off x="3989614" y="0"/>
            <a:ext cx="5154386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2CFB794-51EC-4E40-BD37-E64E93CCD5C1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9863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3900" y="973393"/>
            <a:ext cx="3124200" cy="1550425"/>
          </a:xfrm>
        </p:spPr>
        <p:txBody>
          <a:bodyPr anchor="ctr">
            <a:noAutofit/>
          </a:bodyPr>
          <a:lstStyle>
            <a:lvl1pPr algn="l">
              <a:defRPr sz="30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713238"/>
            <a:ext cx="3124200" cy="1121342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437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38118C-7525-42C5-83E9-64911118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148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631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490526C-D60D-4B14-8F43-F1B8B54F75FC}"/>
              </a:ext>
            </a:extLst>
          </p:cNvPr>
          <p:cNvSpPr/>
          <p:nvPr userDrawn="1"/>
        </p:nvSpPr>
        <p:spPr>
          <a:xfrm rot="16200000">
            <a:off x="3989438" y="-4002598"/>
            <a:ext cx="1165123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355E7D4-C74C-4848-A027-E775BFECD14C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9863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552449"/>
            <a:ext cx="7696200" cy="432000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3900" y="2406828"/>
            <a:ext cx="7696200" cy="2184224"/>
          </a:xfrm>
        </p:spPr>
        <p:txBody>
          <a:bodyPr anchor="ctr">
            <a:normAutofit/>
          </a:bodyPr>
          <a:lstStyle>
            <a:lvl1pPr marL="285750" indent="-285750">
              <a:spcBef>
                <a:spcPts val="0"/>
              </a:spcBef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490B421-C816-4E55-A4CC-1C8849D91A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3900" y="1282834"/>
            <a:ext cx="5994334" cy="1076602"/>
          </a:xfrm>
        </p:spPr>
        <p:txBody>
          <a:bodyPr anchor="ctr"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marL="6286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2pPr>
            <a:lvl3pPr marL="9715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3pPr>
            <a:lvl4pPr marL="13144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4pPr>
            <a:lvl5pPr marL="1657350" indent="-285750"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  <a:latin typeface="Montserrat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6439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44EBFA0-46B6-4893-8D00-D339F577D223}"/>
              </a:ext>
            </a:extLst>
          </p:cNvPr>
          <p:cNvSpPr/>
          <p:nvPr userDrawn="1"/>
        </p:nvSpPr>
        <p:spPr>
          <a:xfrm rot="16200000">
            <a:off x="6203631" y="2216468"/>
            <a:ext cx="5156837" cy="7239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31921B3-F24C-4C78-964C-AF06B10C73B7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0855" y="4591049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8559AF6-F4A5-4E5A-B98F-FFBBCC023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4560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3C49DE8-F141-4074-AB71-3682D2E62103}"/>
              </a:ext>
            </a:extLst>
          </p:cNvPr>
          <p:cNvSpPr/>
          <p:nvPr userDrawn="1"/>
        </p:nvSpPr>
        <p:spPr>
          <a:xfrm rot="16200000">
            <a:off x="3989437" y="-4002775"/>
            <a:ext cx="1165123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9158A42-BE1A-4BF1-8C5A-11AE47ED54BF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9863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E604AAA2-568E-49D7-AB45-7C4A7023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5435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880E4960-4B8C-4C56-8BC7-C8D08DE096E9}"/>
              </a:ext>
            </a:extLst>
          </p:cNvPr>
          <p:cNvSpPr/>
          <p:nvPr userDrawn="1"/>
        </p:nvSpPr>
        <p:spPr>
          <a:xfrm rot="16200000">
            <a:off x="3740738" y="-3754076"/>
            <a:ext cx="1662522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2DF198D-39B0-439D-8815-EC9D8D57F79F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9863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5ED5E6-9651-4767-9A5B-CB387944828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24602" y="3022956"/>
            <a:ext cx="2063234" cy="55593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2pPr>
            <a:lvl3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3pPr>
            <a:lvl4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4pPr>
            <a:lvl5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AEA3490-67CC-4B49-867B-59A5F0527F7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530664" y="3855599"/>
            <a:ext cx="2062800" cy="554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2pPr>
            <a:lvl3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3pPr>
            <a:lvl4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4pPr>
            <a:lvl5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44A65C1-537A-49EC-B360-2884C343A26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4602" y="2664000"/>
            <a:ext cx="2063235" cy="356400"/>
          </a:xfrm>
        </p:spPr>
        <p:txBody>
          <a:bodyPr>
            <a:noAutofit/>
          </a:bodyPr>
          <a:lstStyle>
            <a:lvl1pPr marL="0" indent="0" algn="ctr">
              <a:buNone/>
              <a:defRPr sz="22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A576A6E-6F7A-44AB-90FE-92E4056E8F3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537516" y="3506400"/>
            <a:ext cx="2062800" cy="356400"/>
          </a:xfrm>
        </p:spPr>
        <p:txBody>
          <a:bodyPr>
            <a:noAutofit/>
          </a:bodyPr>
          <a:lstStyle>
            <a:lvl1pPr marL="0" indent="0" algn="ctr">
              <a:buNone/>
              <a:defRPr sz="22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ABFA7B1-3F38-4BB3-990D-E15E1AAD4718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177599" y="3025217"/>
            <a:ext cx="2062800" cy="55284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Montserrat" panose="00000500000000000000" pitchFamily="50" charset="0"/>
              </a:defRPr>
            </a:lvl1pPr>
            <a:lvl2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2pPr>
            <a:lvl3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3pPr>
            <a:lvl4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4pPr>
            <a:lvl5pPr algn="ctr">
              <a:defRPr sz="1400">
                <a:solidFill>
                  <a:schemeClr val="tx1"/>
                </a:solidFill>
                <a:latin typeface="Montserrat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0E1E2C2-B2A4-4196-9BED-46BB448A9BB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63200" y="2674800"/>
            <a:ext cx="2062800" cy="356400"/>
          </a:xfrm>
        </p:spPr>
        <p:txBody>
          <a:bodyPr>
            <a:noAutofit/>
          </a:bodyPr>
          <a:lstStyle>
            <a:lvl1pPr marL="0" indent="0" algn="ctr">
              <a:buNone/>
              <a:defRPr sz="22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F2E32F5-453B-4561-AF64-F9E3464B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/>
                </a:solidFill>
                <a:latin typeface="Poiret O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713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A531E7D-46E0-4FAD-AF12-F453E479AF7F}"/>
              </a:ext>
            </a:extLst>
          </p:cNvPr>
          <p:cNvSpPr/>
          <p:nvPr userDrawn="1"/>
        </p:nvSpPr>
        <p:spPr>
          <a:xfrm>
            <a:off x="3989614" y="0"/>
            <a:ext cx="5154386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0497A89-91C5-42B7-A41F-487DF58B37F4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9863" y="4583734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355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B65DBD9-7306-4D00-83C9-98A2EAEBF9CF}"/>
              </a:ext>
            </a:extLst>
          </p:cNvPr>
          <p:cNvSpPr/>
          <p:nvPr userDrawn="1"/>
        </p:nvSpPr>
        <p:spPr>
          <a:xfrm rot="16200000">
            <a:off x="6203631" y="2216468"/>
            <a:ext cx="5156837" cy="7239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7426D79-E3E1-45CB-BD42-8BCBD4E55B34}"/>
              </a:ext>
            </a:extLst>
          </p:cNvPr>
          <p:cNvCxnSpPr>
            <a:cxnSpLocks/>
          </p:cNvCxnSpPr>
          <p:nvPr userDrawn="1"/>
        </p:nvCxnSpPr>
        <p:spPr>
          <a:xfrm flipV="1">
            <a:off x="2700855" y="4591049"/>
            <a:ext cx="571924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724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3EFF7-90E2-431F-8E31-BA0CE4C55B2F}" type="datetimeFigureOut">
              <a:rPr lang="en-US" smtClean="0"/>
              <a:t>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CEFFA-EA14-4325-A0F4-7973582784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4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5" r:id="rId3"/>
    <p:sldLayoutId id="2147483667" r:id="rId4"/>
    <p:sldLayoutId id="2147483669" r:id="rId5"/>
    <p:sldLayoutId id="2147483676" r:id="rId6"/>
    <p:sldLayoutId id="2147483658" r:id="rId7"/>
    <p:sldLayoutId id="2147483671" r:id="rId8"/>
    <p:sldLayoutId id="2147483672" r:id="rId9"/>
    <p:sldLayoutId id="2147483659" r:id="rId10"/>
    <p:sldLayoutId id="2147483670" r:id="rId11"/>
    <p:sldLayoutId id="2147483688" r:id="rId12"/>
    <p:sldLayoutId id="2147483682" r:id="rId13"/>
    <p:sldLayoutId id="2147483683" r:id="rId14"/>
    <p:sldLayoutId id="2147483677" r:id="rId15"/>
    <p:sldLayoutId id="2147483686" r:id="rId16"/>
    <p:sldLayoutId id="2147483687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Poiret One" panose="02000000000000000000" pitchFamily="2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200" b="1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Montserrat" panose="00000500000000000000" pitchFamily="50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lipse 28">
            <a:extLst>
              <a:ext uri="{FF2B5EF4-FFF2-40B4-BE49-F238E27FC236}">
                <a16:creationId xmlns:a16="http://schemas.microsoft.com/office/drawing/2014/main" id="{8FD4F970-BD8E-41EF-86D9-82917AC87E76}"/>
              </a:ext>
            </a:extLst>
          </p:cNvPr>
          <p:cNvSpPr/>
          <p:nvPr/>
        </p:nvSpPr>
        <p:spPr>
          <a:xfrm>
            <a:off x="2643874" y="501881"/>
            <a:ext cx="786938" cy="786938"/>
          </a:xfrm>
          <a:prstGeom prst="ellipse">
            <a:avLst/>
          </a:prstGeom>
          <a:solidFill>
            <a:srgbClr val="A3D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7364934-5791-4360-9AC3-6E6731FA5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076" y="912185"/>
            <a:ext cx="2994660" cy="269922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4BEBE0-30E7-49E4-A816-DCA7EB661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653608"/>
            <a:ext cx="4878000" cy="3009600"/>
          </a:xfrm>
          <a:ln>
            <a:noFill/>
          </a:ln>
        </p:spPr>
        <p:txBody>
          <a:bodyPr anchor="t"/>
          <a:lstStyle/>
          <a:p>
            <a:r>
              <a:rPr lang="es-ES" dirty="0" err="1" smtClean="0"/>
              <a:t>Attendence</a:t>
            </a:r>
            <a:r>
              <a:rPr lang="es-ES" dirty="0" smtClean="0"/>
              <a:t> Tracking </a:t>
            </a:r>
            <a:r>
              <a:rPr lang="es-ES" dirty="0" err="1" smtClean="0"/>
              <a:t>using</a:t>
            </a:r>
            <a:r>
              <a:rPr lang="es-ES" dirty="0" smtClean="0"/>
              <a:t> QR </a:t>
            </a:r>
            <a:r>
              <a:rPr lang="es-ES" dirty="0" err="1" smtClean="0"/>
              <a:t>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0CBEA-0FC4-4517-9DF7-3E1CB1F77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2" y="3562240"/>
            <a:ext cx="5450305" cy="378000"/>
          </a:xfrm>
          <a:ln>
            <a:noFill/>
          </a:ln>
        </p:spPr>
        <p:txBody>
          <a:bodyPr anchor="ctr">
            <a:normAutofit fontScale="77500" lnSpcReduction="20000"/>
          </a:bodyPr>
          <a:lstStyle/>
          <a:p>
            <a:r>
              <a:rPr lang="en-US" dirty="0"/>
              <a:t>A Software Solution for Automated Attendance Management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4FEFA03-E4FD-4EA7-AAA7-C3C2C900FF96}"/>
              </a:ext>
            </a:extLst>
          </p:cNvPr>
          <p:cNvSpPr txBox="1">
            <a:spLocks/>
          </p:cNvSpPr>
          <p:nvPr/>
        </p:nvSpPr>
        <p:spPr>
          <a:xfrm>
            <a:off x="714892" y="4408908"/>
            <a:ext cx="3502175" cy="9150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naheim" panose="02000503000000000000" pitchFamily="2" charset="0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Anaheim" panose="02000503000000000000" pitchFamily="2" charset="0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Anaheim" panose="02000503000000000000" pitchFamily="2" charset="0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naheim" panose="02000503000000000000" pitchFamily="2" charset="0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naheim" panose="02000503000000000000" pitchFamily="2" charset="0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b="1" dirty="0">
                <a:latin typeface="Montserrat" panose="00000500000000000000"/>
              </a:rPr>
              <a:t>Authors: Layan Khalil , Raheeq Daraghmeh , yaqeen rami </a:t>
            </a:r>
          </a:p>
          <a:p>
            <a:pPr algn="l"/>
            <a:r>
              <a:rPr lang="en-US" sz="700" b="1" dirty="0">
                <a:latin typeface="Montserrat" panose="00000500000000000000"/>
              </a:rPr>
              <a:t>Instructor:prof.amjad rattrout</a:t>
            </a:r>
          </a:p>
          <a:p>
            <a:endParaRPr lang="en-US" sz="1200" dirty="0">
              <a:solidFill>
                <a:srgbClr val="3E4C4C"/>
              </a:solidFill>
              <a:latin typeface="Montserrat" panose="00000500000000000000" pitchFamily="50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623" y="-36857"/>
            <a:ext cx="1008377" cy="100389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7659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" fill="hold" grpId="0" nodeType="withEffect" p14:presetBounceEnd="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">
                                          <p:cBhvr additive="base">
                                            <p:cTn id="7" dur="6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">
                                          <p:cBhvr additive="base">
                                            <p:cTn id="8" dur="6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42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" fill="hold">
                          <p:stCondLst>
                            <p:cond delay="indefinite"/>
                          </p:stCondLst>
                          <p:childTnLst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4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250" tmFilter="0,0; .5, 1; 1, 1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42" presetClass="exit" presetSubtype="0" fill="hold" grpId="1" nodeType="click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7" dur="10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0" fill="hold">
                          <p:stCondLst>
                            <p:cond delay="indefinite"/>
                          </p:stCondLst>
                          <p:childTnLst>
                            <p:par>
                              <p:cTn id="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2" presetID="42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4" dur="1000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9" dur="10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4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7" presetID="42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9" dur="10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10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9" grpId="0" animBg="1"/>
          <p:bldP spid="29" grpId="1" animBg="1"/>
          <p:bldP spid="2" grpId="0"/>
          <p:bldP spid="2" grpId="1"/>
          <p:bldP spid="3" grpId="0" build="p"/>
          <p:bldP spid="3" grpId="1" build="p"/>
          <p:bldP spid="10" grpId="0"/>
          <p:bldP spid="10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5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6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6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42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42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" fill="hold">
                          <p:stCondLst>
                            <p:cond delay="indefinite"/>
                          </p:stCondLst>
                          <p:childTnLst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4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250" tmFilter="0,0; .5, 1; 1, 1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42" presetClass="exit" presetSubtype="0" fill="hold" grpId="1" nodeType="click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7" dur="10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0" fill="hold">
                          <p:stCondLst>
                            <p:cond delay="indefinite"/>
                          </p:stCondLst>
                          <p:childTnLst>
                            <p:par>
                              <p:cTn id="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2" presetID="42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4" dur="1000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9" dur="10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10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42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4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7" presetID="42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9" dur="10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10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+.1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9" grpId="0" animBg="1"/>
          <p:bldP spid="29" grpId="1" animBg="1"/>
          <p:bldP spid="2" grpId="0"/>
          <p:bldP spid="2" grpId="1"/>
          <p:bldP spid="3" grpId="0" build="p"/>
          <p:bldP spid="3" grpId="1" build="p"/>
          <p:bldP spid="10" grpId="0"/>
          <p:bldP spid="10" grpId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Abstract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28712" y="1502966"/>
            <a:ext cx="74087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Poiret One" panose="02000000000000000000"/>
              </a:rPr>
              <a:t>Attendance tracking is crucial for institutions but prone to </a:t>
            </a:r>
            <a:r>
              <a:rPr lang="en-US" b="1" dirty="0">
                <a:latin typeface="Poiret One" panose="02000000000000000000"/>
              </a:rPr>
              <a:t>human error and inefficiency</a:t>
            </a:r>
            <a:r>
              <a:rPr lang="en-US" dirty="0">
                <a:latin typeface="Poiret One" panose="02000000000000000000"/>
              </a:rPr>
              <a:t>. This project implements a </a:t>
            </a:r>
            <a:r>
              <a:rPr lang="en-US" b="1" dirty="0">
                <a:latin typeface="Poiret One" panose="02000000000000000000"/>
              </a:rPr>
              <a:t>QR Code-based attendance system</a:t>
            </a:r>
            <a:r>
              <a:rPr lang="en-US" dirty="0">
                <a:latin typeface="Poiret One" panose="02000000000000000000"/>
              </a:rPr>
              <a:t> to automate the process, ensuring </a:t>
            </a:r>
            <a:r>
              <a:rPr lang="en-US" b="1" dirty="0">
                <a:latin typeface="Poiret One" panose="02000000000000000000"/>
              </a:rPr>
              <a:t>accuracy and ease of use</a:t>
            </a:r>
            <a:r>
              <a:rPr lang="en-US" dirty="0">
                <a:latin typeface="Poiret One" panose="02000000000000000000"/>
              </a:rPr>
              <a:t>. Students simply </a:t>
            </a:r>
            <a:r>
              <a:rPr lang="en-US" b="1" dirty="0">
                <a:latin typeface="Poiret One" panose="02000000000000000000"/>
              </a:rPr>
              <a:t>scan the QR codes</a:t>
            </a:r>
            <a:r>
              <a:rPr lang="en-US" dirty="0">
                <a:latin typeface="Poiret One" panose="02000000000000000000"/>
              </a:rPr>
              <a:t> through a user-friendly interface. The system </a:t>
            </a:r>
            <a:r>
              <a:rPr lang="en-US" b="1" dirty="0">
                <a:latin typeface="Poiret One" panose="02000000000000000000"/>
              </a:rPr>
              <a:t>saves time, enhances data authenticity, organizes attendance records in a centralized database, and provides an intuitive experience</a:t>
            </a:r>
            <a:r>
              <a:rPr lang="en-US" dirty="0">
                <a:latin typeface="Poiret One" panose="02000000000000000000"/>
              </a:rPr>
              <a:t> for both students and teachers. </a:t>
            </a:r>
          </a:p>
        </p:txBody>
      </p:sp>
    </p:spTree>
    <p:extLst>
      <p:ext uri="{BB962C8B-B14F-4D97-AF65-F5344CB8AC3E}">
        <p14:creationId xmlns:p14="http://schemas.microsoft.com/office/powerpoint/2010/main" val="888302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23900" y="1233489"/>
            <a:ext cx="5154386" cy="2974617"/>
          </a:xfrm>
        </p:spPr>
        <p:txBody>
          <a:bodyPr/>
          <a:lstStyle/>
          <a:p>
            <a:r>
              <a:rPr lang="en-US" sz="1600" b="1" dirty="0" smtClean="0">
                <a:latin typeface="Poiret One" panose="02000000000000000000"/>
              </a:rPr>
              <a:t>Problem </a:t>
            </a:r>
            <a:r>
              <a:rPr lang="en-US" sz="1600" b="1" dirty="0">
                <a:latin typeface="Poiret One" panose="02000000000000000000"/>
              </a:rPr>
              <a:t>Statement</a:t>
            </a:r>
            <a:r>
              <a:rPr lang="en-US" sz="1600" dirty="0">
                <a:latin typeface="Poiret One" panose="02000000000000000000"/>
              </a:rPr>
              <a:t>: Manual attendance tracking is prone to errors, time-consuming, and inefficient</a:t>
            </a:r>
            <a:r>
              <a:rPr lang="en-US" sz="1600" dirty="0" smtClean="0">
                <a:latin typeface="Poiret One" panose="02000000000000000000"/>
              </a:rPr>
              <a:t>.</a:t>
            </a:r>
          </a:p>
          <a:p>
            <a:endParaRPr lang="en-US" sz="1600" dirty="0">
              <a:latin typeface="Poiret One" panose="02000000000000000000"/>
            </a:endParaRPr>
          </a:p>
          <a:p>
            <a:r>
              <a:rPr lang="en-US" sz="1600" b="1" dirty="0">
                <a:latin typeface="Poiret One" panose="02000000000000000000"/>
              </a:rPr>
              <a:t>Solution</a:t>
            </a:r>
            <a:r>
              <a:rPr lang="en-US" sz="1600" dirty="0">
                <a:latin typeface="Poiret One" panose="02000000000000000000"/>
              </a:rPr>
              <a:t>: Using </a:t>
            </a:r>
            <a:r>
              <a:rPr lang="en-US" sz="1600" b="1" dirty="0">
                <a:latin typeface="Poiret One" panose="02000000000000000000"/>
              </a:rPr>
              <a:t>QR code technology</a:t>
            </a:r>
            <a:r>
              <a:rPr lang="en-US" sz="1600" dirty="0">
                <a:latin typeface="Poiret One" panose="02000000000000000000"/>
              </a:rPr>
              <a:t> to automate attendance tracking efficiently</a:t>
            </a:r>
            <a:r>
              <a:rPr lang="en-US" sz="1600" dirty="0" smtClean="0">
                <a:latin typeface="Poiret One" panose="02000000000000000000"/>
              </a:rPr>
              <a:t>.</a:t>
            </a:r>
          </a:p>
          <a:p>
            <a:endParaRPr lang="en-US" sz="1600" dirty="0">
              <a:latin typeface="Poiret One" panose="02000000000000000000"/>
            </a:endParaRPr>
          </a:p>
          <a:p>
            <a:endParaRPr lang="en-US" sz="1600" dirty="0" smtClean="0">
              <a:latin typeface="Poiret One" panose="02000000000000000000"/>
            </a:endParaRPr>
          </a:p>
          <a:p>
            <a:endParaRPr lang="en-US" sz="1600" dirty="0">
              <a:latin typeface="Poiret One" panose="02000000000000000000"/>
            </a:endParaRPr>
          </a:p>
          <a:p>
            <a:r>
              <a:rPr lang="en-US" sz="1600" b="1" dirty="0">
                <a:latin typeface="Poiret One" panose="02000000000000000000"/>
              </a:rPr>
              <a:t>Goal</a:t>
            </a:r>
            <a:r>
              <a:rPr lang="en-US" sz="1600" dirty="0">
                <a:latin typeface="Poiret One" panose="02000000000000000000"/>
              </a:rPr>
              <a:t>: Improve accuracy, reduce time wastage, and enhance attendance management.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🔹 Why did we develop this system?</a:t>
            </a:r>
          </a:p>
        </p:txBody>
      </p:sp>
      <p:pic>
        <p:nvPicPr>
          <p:cNvPr id="1028" name="Picture 4" descr="Thinking Systems? Here's What Every Small Business Owner Needs To Know |  What Works with Tara McMull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641" y="1764264"/>
            <a:ext cx="3340359" cy="2555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5207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23900" y="1233489"/>
            <a:ext cx="5154386" cy="2974617"/>
          </a:xfrm>
        </p:spPr>
        <p:txBody>
          <a:bodyPr/>
          <a:lstStyle/>
          <a:p>
            <a:r>
              <a:rPr lang="en-US" sz="2000" b="1" dirty="0"/>
              <a:t>📌 What do we aim to achieve</a:t>
            </a:r>
            <a:r>
              <a:rPr lang="en-US" sz="2000" b="1" dirty="0" smtClean="0"/>
              <a:t>?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Automate the </a:t>
            </a:r>
            <a:r>
              <a:rPr lang="en-US" sz="1600" b="1" dirty="0"/>
              <a:t>attendance tracking process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Minimize </a:t>
            </a:r>
            <a:r>
              <a:rPr lang="en-US" sz="1600" b="1" dirty="0"/>
              <a:t>human errors and fraud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 </a:t>
            </a:r>
            <a:r>
              <a:rPr lang="en-US" sz="1600" b="1" dirty="0"/>
              <a:t>real-time attendance records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Generate </a:t>
            </a:r>
            <a:r>
              <a:rPr lang="en-US" sz="1600" b="1" dirty="0"/>
              <a:t>attendance reports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Ensure </a:t>
            </a:r>
            <a:r>
              <a:rPr lang="en-US" sz="1600" b="1" dirty="0"/>
              <a:t>data security and privacy</a:t>
            </a:r>
            <a:endParaRPr lang="en-US" sz="1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34651" y="584223"/>
            <a:ext cx="7696200" cy="396363"/>
          </a:xfrm>
        </p:spPr>
        <p:txBody>
          <a:bodyPr>
            <a:normAutofit fontScale="90000"/>
          </a:bodyPr>
          <a:lstStyle/>
          <a:p>
            <a:r>
              <a:rPr lang="en-US" dirty="0"/>
              <a:t>🔹 </a:t>
            </a:r>
            <a:r>
              <a:rPr lang="en-US" dirty="0" smtClean="0"/>
              <a:t>Project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7723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ABD6BD12-3E08-48BC-9F70-A8C3E2FC38B7}"/>
              </a:ext>
            </a:extLst>
          </p:cNvPr>
          <p:cNvSpPr/>
          <p:nvPr/>
        </p:nvSpPr>
        <p:spPr>
          <a:xfrm>
            <a:off x="5914956" y="1116148"/>
            <a:ext cx="1111386" cy="11123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7DD147-0A38-4E87-9D9A-1D9976EF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28400"/>
            <a:ext cx="3797299" cy="1026359"/>
          </a:xfrm>
          <a:ln>
            <a:noFill/>
          </a:ln>
        </p:spPr>
        <p:txBody>
          <a:bodyPr/>
          <a:lstStyle/>
          <a:p>
            <a:r>
              <a:rPr lang="es-ES" dirty="0" err="1" smtClean="0"/>
              <a:t>System</a:t>
            </a:r>
            <a:r>
              <a:rPr lang="es-ES" dirty="0" smtClean="0"/>
              <a:t> </a:t>
            </a:r>
            <a:r>
              <a:rPr lang="es-ES" dirty="0" err="1" smtClean="0"/>
              <a:t>Workflow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D68E61-016F-4F06-8E47-3BB96B0309F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75200" y="1310400"/>
            <a:ext cx="1187700" cy="766187"/>
          </a:xfrm>
          <a:ln>
            <a:noFill/>
          </a:ln>
        </p:spPr>
        <p:txBody>
          <a:bodyPr anchor="ctr">
            <a:normAutofit lnSpcReduction="10000"/>
          </a:bodyPr>
          <a:lstStyle/>
          <a:p>
            <a:r>
              <a:rPr lang="es-ES"/>
              <a:t>01</a:t>
            </a:r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EA01894-1059-479F-BD2E-BCD8FA850F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8184"/>
            <a:ext cx="3667529" cy="3115967"/>
          </a:xfrm>
          <a:prstGeom prst="flowChartDelay">
            <a:avLst/>
          </a:prstGeom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9169E93-ACB8-4991-827C-F0A8940D6FB8}"/>
              </a:ext>
            </a:extLst>
          </p:cNvPr>
          <p:cNvSpPr/>
          <p:nvPr/>
        </p:nvSpPr>
        <p:spPr>
          <a:xfrm>
            <a:off x="5905102" y="1283077"/>
            <a:ext cx="1187700" cy="766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B25B0CA-C5CE-4173-99DF-78B12F2A3882}"/>
              </a:ext>
            </a:extLst>
          </p:cNvPr>
          <p:cNvSpPr/>
          <p:nvPr/>
        </p:nvSpPr>
        <p:spPr>
          <a:xfrm>
            <a:off x="4600301" y="2061528"/>
            <a:ext cx="3797299" cy="101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BDE57E6-F35A-4CF7-B03F-E89A43CF968A}"/>
              </a:ext>
            </a:extLst>
          </p:cNvPr>
          <p:cNvSpPr/>
          <p:nvPr/>
        </p:nvSpPr>
        <p:spPr>
          <a:xfrm>
            <a:off x="4910183" y="3083798"/>
            <a:ext cx="3177540" cy="651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964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lipse 19">
            <a:extLst>
              <a:ext uri="{FF2B5EF4-FFF2-40B4-BE49-F238E27FC236}">
                <a16:creationId xmlns:a16="http://schemas.microsoft.com/office/drawing/2014/main" id="{96309D64-E0D3-4349-88CB-CC32523E2E5B}"/>
              </a:ext>
            </a:extLst>
          </p:cNvPr>
          <p:cNvSpPr/>
          <p:nvPr/>
        </p:nvSpPr>
        <p:spPr>
          <a:xfrm>
            <a:off x="6211842" y="155694"/>
            <a:ext cx="786938" cy="78693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53A5D8-3B98-4BE7-8334-478BB8EE0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2894" y="300443"/>
            <a:ext cx="3581045" cy="4150259"/>
          </a:xfrm>
          <a:ln>
            <a:noFill/>
          </a:ln>
        </p:spPr>
        <p:txBody>
          <a:bodyPr>
            <a:noAutofit/>
          </a:bodyPr>
          <a:lstStyle/>
          <a:p>
            <a:r>
              <a:rPr lang="es-ES" sz="2800" dirty="0" err="1" smtClean="0"/>
              <a:t>How</a:t>
            </a:r>
            <a:r>
              <a:rPr lang="es-ES" sz="2800" dirty="0" smtClean="0"/>
              <a:t> </a:t>
            </a:r>
            <a:r>
              <a:rPr lang="es-ES" sz="2800" dirty="0" err="1" smtClean="0"/>
              <a:t>Does</a:t>
            </a:r>
            <a:r>
              <a:rPr lang="es-ES" sz="2800" dirty="0" smtClean="0"/>
              <a:t> </a:t>
            </a:r>
            <a:r>
              <a:rPr lang="es-ES" sz="2800" dirty="0" err="1" smtClean="0"/>
              <a:t>The</a:t>
            </a:r>
            <a:r>
              <a:rPr lang="es-ES" sz="2800" dirty="0" smtClean="0"/>
              <a:t> </a:t>
            </a:r>
            <a:r>
              <a:rPr lang="es-ES" sz="2800" dirty="0" err="1"/>
              <a:t>S</a:t>
            </a:r>
            <a:r>
              <a:rPr lang="es-ES" sz="2800" dirty="0" err="1" smtClean="0"/>
              <a:t>ystem</a:t>
            </a:r>
            <a:r>
              <a:rPr lang="es-ES" sz="2800" dirty="0" smtClean="0"/>
              <a:t> </a:t>
            </a:r>
            <a:r>
              <a:rPr lang="es-ES" sz="2800" dirty="0" err="1"/>
              <a:t>W</a:t>
            </a:r>
            <a:r>
              <a:rPr lang="es-ES" sz="2800" dirty="0" err="1" smtClean="0"/>
              <a:t>ork</a:t>
            </a:r>
            <a:r>
              <a:rPr lang="es-ES" sz="2800" dirty="0" smtClean="0"/>
              <a:t>?</a:t>
            </a:r>
            <a:endParaRPr lang="en-US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5792E-BEB6-420E-8DA4-EB674E429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549162"/>
            <a:ext cx="6211841" cy="410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8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" grpId="0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928128"/>
            <a:ext cx="7696200" cy="1968281"/>
          </a:xfr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Functional &amp; Non-functional Requirements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99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Requirements Validation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23900" y="1233489"/>
            <a:ext cx="7696200" cy="1404203"/>
          </a:xfrm>
        </p:spPr>
        <p:txBody>
          <a:bodyPr>
            <a:normAutofit/>
          </a:bodyPr>
          <a:lstStyle/>
          <a:p>
            <a:r>
              <a:rPr lang="en-US" dirty="0" smtClean="0"/>
              <a:t>Requirement validation ensures that </a:t>
            </a:r>
            <a:r>
              <a:rPr lang="en-US" b="1" dirty="0" smtClean="0"/>
              <a:t>the requirements are correct, complete, and feasible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Example Requirement Validation Scenarios:</a:t>
            </a:r>
          </a:p>
          <a:p>
            <a:endParaRPr lang="en-US" b="1" dirty="0" smtClean="0"/>
          </a:p>
          <a:p>
            <a:r>
              <a:rPr lang="en-US" b="1" dirty="0" smtClean="0"/>
              <a:t>**Test </a:t>
            </a:r>
            <a:r>
              <a:rPr lang="en-US" b="1" dirty="0"/>
              <a:t>Case for QR Code Scanning</a:t>
            </a:r>
            <a:endParaRPr lang="en-US" dirty="0"/>
          </a:p>
          <a:p>
            <a:pPr lvl="0"/>
            <a:r>
              <a:rPr lang="en-US" b="1" dirty="0"/>
              <a:t>Scenario</a:t>
            </a:r>
            <a:r>
              <a:rPr lang="en-US" dirty="0"/>
              <a:t>: A student scans their QR code within class time.</a:t>
            </a:r>
          </a:p>
          <a:p>
            <a:pPr lvl="0"/>
            <a:r>
              <a:rPr lang="en-US" b="1" dirty="0"/>
              <a:t>Expected Outcome</a:t>
            </a:r>
            <a:r>
              <a:rPr lang="en-US" dirty="0"/>
              <a:t>: The system registers attendance and updates the database.</a:t>
            </a:r>
          </a:p>
          <a:p>
            <a:r>
              <a:rPr lang="en-US" b="1" dirty="0"/>
              <a:t>Test Result</a:t>
            </a:r>
            <a:r>
              <a:rPr lang="en-US" dirty="0"/>
              <a:t>: ✅ Passed (Attendance recorded successfully) 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2555801" y="2637692"/>
            <a:ext cx="5969221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4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Requirements Validation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23900" y="1233489"/>
            <a:ext cx="7696200" cy="1404203"/>
          </a:xfrm>
        </p:spPr>
        <p:txBody>
          <a:bodyPr>
            <a:normAutofit/>
          </a:bodyPr>
          <a:lstStyle/>
          <a:p>
            <a:r>
              <a:rPr lang="en-US" dirty="0" smtClean="0"/>
              <a:t>**</a:t>
            </a:r>
            <a:r>
              <a:rPr lang="en-US" b="1" dirty="0" smtClean="0"/>
              <a:t>Test </a:t>
            </a:r>
            <a:r>
              <a:rPr lang="en-US" b="1" dirty="0"/>
              <a:t>Case for Attendance Modification</a:t>
            </a:r>
            <a:endParaRPr lang="en-US" dirty="0"/>
          </a:p>
          <a:p>
            <a:pPr lvl="0"/>
            <a:r>
              <a:rPr lang="en-US" b="1" dirty="0"/>
              <a:t>Scenario</a:t>
            </a:r>
            <a:r>
              <a:rPr lang="en-US" dirty="0"/>
              <a:t>: A teacher edits a student’s attendance due to an excused absence.</a:t>
            </a:r>
          </a:p>
          <a:p>
            <a:pPr lvl="0"/>
            <a:r>
              <a:rPr lang="en-US" b="1" dirty="0"/>
              <a:t>Expected Outcome</a:t>
            </a:r>
            <a:r>
              <a:rPr lang="en-US" dirty="0"/>
              <a:t>: The attendance log updates correctly, and the student gets a confirmation.</a:t>
            </a:r>
          </a:p>
          <a:p>
            <a:pPr lvl="0"/>
            <a:r>
              <a:rPr lang="en-US" b="1" dirty="0"/>
              <a:t>Test Result</a:t>
            </a:r>
            <a:r>
              <a:rPr lang="en-US" dirty="0"/>
              <a:t>: ✅ Passed (Modification reflected in the system)</a:t>
            </a:r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628166" y="2498530"/>
            <a:ext cx="5896855" cy="210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7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Elipse 178">
            <a:extLst>
              <a:ext uri="{FF2B5EF4-FFF2-40B4-BE49-F238E27FC236}">
                <a16:creationId xmlns:a16="http://schemas.microsoft.com/office/drawing/2014/main" id="{43FCB987-10B3-4DBC-99DD-2938FCD037DB}"/>
              </a:ext>
            </a:extLst>
          </p:cNvPr>
          <p:cNvSpPr/>
          <p:nvPr/>
        </p:nvSpPr>
        <p:spPr>
          <a:xfrm>
            <a:off x="6666559" y="129050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75693-0101-47F8-8FF6-40B84B49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19625"/>
            <a:ext cx="7696200" cy="396363"/>
          </a:xfrm>
        </p:spPr>
        <p:txBody>
          <a:bodyPr>
            <a:noAutofit/>
          </a:bodyPr>
          <a:lstStyle/>
          <a:p>
            <a:r>
              <a:rPr lang="es-ES" dirty="0" err="1" smtClean="0"/>
              <a:t>Sequence</a:t>
            </a:r>
            <a:r>
              <a:rPr lang="es-ES" dirty="0" smtClean="0"/>
              <a:t> </a:t>
            </a:r>
            <a:r>
              <a:rPr lang="es-ES" dirty="0" err="1" smtClean="0"/>
              <a:t>Diagram</a:t>
            </a:r>
            <a:endParaRPr lang="en-US" dirty="0"/>
          </a:p>
        </p:txBody>
      </p:sp>
      <p:sp>
        <p:nvSpPr>
          <p:cNvPr id="73" name="Text Placeholder 20">
            <a:extLst>
              <a:ext uri="{FF2B5EF4-FFF2-40B4-BE49-F238E27FC236}">
                <a16:creationId xmlns:a16="http://schemas.microsoft.com/office/drawing/2014/main" id="{395374C8-A3EF-42D6-8F0B-8EB13EB018D6}"/>
              </a:ext>
            </a:extLst>
          </p:cNvPr>
          <p:cNvSpPr txBox="1">
            <a:spLocks/>
          </p:cNvSpPr>
          <p:nvPr/>
        </p:nvSpPr>
        <p:spPr>
          <a:xfrm>
            <a:off x="3828710" y="1647125"/>
            <a:ext cx="531894" cy="265280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01</a:t>
            </a:r>
            <a:endParaRPr lang="en-US" sz="1400" dirty="0">
              <a:solidFill>
                <a:srgbClr val="F9F9F1"/>
              </a:solidFill>
            </a:endParaRPr>
          </a:p>
        </p:txBody>
      </p:sp>
      <p:sp>
        <p:nvSpPr>
          <p:cNvPr id="82" name="Text Placeholder 20">
            <a:extLst>
              <a:ext uri="{FF2B5EF4-FFF2-40B4-BE49-F238E27FC236}">
                <a16:creationId xmlns:a16="http://schemas.microsoft.com/office/drawing/2014/main" id="{7A77445C-2005-47A0-8B8A-C36D59F9A126}"/>
              </a:ext>
            </a:extLst>
          </p:cNvPr>
          <p:cNvSpPr txBox="1">
            <a:spLocks/>
          </p:cNvSpPr>
          <p:nvPr/>
        </p:nvSpPr>
        <p:spPr>
          <a:xfrm>
            <a:off x="4725931" y="1646772"/>
            <a:ext cx="531894" cy="265633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02</a:t>
            </a:r>
            <a:endParaRPr lang="en-US" sz="1400" dirty="0">
              <a:solidFill>
                <a:srgbClr val="F9F9F1"/>
              </a:solidFill>
            </a:endParaRPr>
          </a:p>
        </p:txBody>
      </p:sp>
      <p:sp>
        <p:nvSpPr>
          <p:cNvPr id="87" name="Text Placeholder 20">
            <a:extLst>
              <a:ext uri="{FF2B5EF4-FFF2-40B4-BE49-F238E27FC236}">
                <a16:creationId xmlns:a16="http://schemas.microsoft.com/office/drawing/2014/main" id="{EC9E6752-6382-48F9-A14A-C735E4986BF9}"/>
              </a:ext>
            </a:extLst>
          </p:cNvPr>
          <p:cNvSpPr txBox="1">
            <a:spLocks/>
          </p:cNvSpPr>
          <p:nvPr/>
        </p:nvSpPr>
        <p:spPr>
          <a:xfrm>
            <a:off x="3831193" y="4024317"/>
            <a:ext cx="531894" cy="265280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03</a:t>
            </a:r>
            <a:endParaRPr lang="en-US" sz="1400" dirty="0">
              <a:solidFill>
                <a:srgbClr val="F9F9F1"/>
              </a:solidFill>
            </a:endParaRPr>
          </a:p>
        </p:txBody>
      </p:sp>
      <p:sp>
        <p:nvSpPr>
          <p:cNvPr id="89" name="Text Placeholder 20">
            <a:extLst>
              <a:ext uri="{FF2B5EF4-FFF2-40B4-BE49-F238E27FC236}">
                <a16:creationId xmlns:a16="http://schemas.microsoft.com/office/drawing/2014/main" id="{40266BC4-4114-4DA7-A0A5-6B24B6FD4F19}"/>
              </a:ext>
            </a:extLst>
          </p:cNvPr>
          <p:cNvSpPr txBox="1">
            <a:spLocks/>
          </p:cNvSpPr>
          <p:nvPr/>
        </p:nvSpPr>
        <p:spPr>
          <a:xfrm>
            <a:off x="4725931" y="4024317"/>
            <a:ext cx="531894" cy="265280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04</a:t>
            </a:r>
          </a:p>
        </p:txBody>
      </p:sp>
      <p:grpSp>
        <p:nvGrpSpPr>
          <p:cNvPr id="113" name="Google Shape;11760;p20">
            <a:extLst>
              <a:ext uri="{FF2B5EF4-FFF2-40B4-BE49-F238E27FC236}">
                <a16:creationId xmlns:a16="http://schemas.microsoft.com/office/drawing/2014/main" id="{78E8CA04-4CDA-4328-853C-6ABE3B3D016A}"/>
              </a:ext>
            </a:extLst>
          </p:cNvPr>
          <p:cNvGrpSpPr/>
          <p:nvPr/>
        </p:nvGrpSpPr>
        <p:grpSpPr>
          <a:xfrm>
            <a:off x="949461" y="3831878"/>
            <a:ext cx="347934" cy="310024"/>
            <a:chOff x="1327676" y="2910480"/>
            <a:chExt cx="347934" cy="310024"/>
          </a:xfrm>
          <a:solidFill>
            <a:schemeClr val="bg1"/>
          </a:solidFill>
        </p:grpSpPr>
        <p:sp>
          <p:nvSpPr>
            <p:cNvPr id="114" name="Google Shape;11761;p20">
              <a:extLst>
                <a:ext uri="{FF2B5EF4-FFF2-40B4-BE49-F238E27FC236}">
                  <a16:creationId xmlns:a16="http://schemas.microsoft.com/office/drawing/2014/main" id="{B79CD8DA-48FB-409F-83C5-F70118E5E810}"/>
                </a:ext>
              </a:extLst>
            </p:cNvPr>
            <p:cNvSpPr/>
            <p:nvPr/>
          </p:nvSpPr>
          <p:spPr>
            <a:xfrm>
              <a:off x="1367081" y="3067370"/>
              <a:ext cx="43257" cy="15565"/>
            </a:xfrm>
            <a:custGeom>
              <a:avLst/>
              <a:gdLst/>
              <a:ahLst/>
              <a:cxnLst/>
              <a:rect l="l" t="t" r="r" b="b"/>
              <a:pathLst>
                <a:path w="1359" h="489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8"/>
                    <a:pt x="1168" y="488"/>
                    <a:pt x="1191" y="488"/>
                  </a:cubicBezTo>
                  <a:cubicBezTo>
                    <a:pt x="1251" y="488"/>
                    <a:pt x="1310" y="465"/>
                    <a:pt x="1346" y="405"/>
                  </a:cubicBezTo>
                  <a:cubicBezTo>
                    <a:pt x="1358" y="322"/>
                    <a:pt x="1334" y="238"/>
                    <a:pt x="1251" y="191"/>
                  </a:cubicBezTo>
                  <a:cubicBezTo>
                    <a:pt x="882" y="12"/>
                    <a:pt x="19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" name="Google Shape;11762;p20">
              <a:extLst>
                <a:ext uri="{FF2B5EF4-FFF2-40B4-BE49-F238E27FC236}">
                  <a16:creationId xmlns:a16="http://schemas.microsoft.com/office/drawing/2014/main" id="{F1B0A7A0-3C88-4417-A94C-14115D0630F0}"/>
                </a:ext>
              </a:extLst>
            </p:cNvPr>
            <p:cNvSpPr/>
            <p:nvPr/>
          </p:nvSpPr>
          <p:spPr>
            <a:xfrm>
              <a:off x="1350402" y="3170436"/>
              <a:ext cx="10663" cy="48541"/>
            </a:xfrm>
            <a:custGeom>
              <a:avLst/>
              <a:gdLst/>
              <a:ahLst/>
              <a:cxnLst/>
              <a:rect l="l" t="t" r="r" b="b"/>
              <a:pathLst>
                <a:path w="335" h="1525" extrusionOk="0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358"/>
                  </a:lnTo>
                  <a:cubicBezTo>
                    <a:pt x="1" y="1453"/>
                    <a:pt x="84" y="1525"/>
                    <a:pt x="168" y="1525"/>
                  </a:cubicBezTo>
                  <a:cubicBezTo>
                    <a:pt x="263" y="1525"/>
                    <a:pt x="334" y="1453"/>
                    <a:pt x="334" y="1358"/>
                  </a:cubicBezTo>
                  <a:lnTo>
                    <a:pt x="334" y="168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" name="Google Shape;11763;p20">
              <a:extLst>
                <a:ext uri="{FF2B5EF4-FFF2-40B4-BE49-F238E27FC236}">
                  <a16:creationId xmlns:a16="http://schemas.microsoft.com/office/drawing/2014/main" id="{FC852E32-DCD2-4BF6-A7AE-B8BAB766F2EC}"/>
                </a:ext>
              </a:extLst>
            </p:cNvPr>
            <p:cNvSpPr/>
            <p:nvPr/>
          </p:nvSpPr>
          <p:spPr>
            <a:xfrm>
              <a:off x="1327676" y="3040187"/>
              <a:ext cx="201643" cy="180317"/>
            </a:xfrm>
            <a:custGeom>
              <a:avLst/>
              <a:gdLst/>
              <a:ahLst/>
              <a:cxnLst/>
              <a:rect l="l" t="t" r="r" b="b"/>
              <a:pathLst>
                <a:path w="6335" h="5665" extrusionOk="0">
                  <a:moveTo>
                    <a:pt x="5894" y="628"/>
                  </a:moveTo>
                  <a:lnTo>
                    <a:pt x="5954" y="866"/>
                  </a:lnTo>
                  <a:cubicBezTo>
                    <a:pt x="5977" y="926"/>
                    <a:pt x="5966" y="997"/>
                    <a:pt x="5918" y="1045"/>
                  </a:cubicBezTo>
                  <a:lnTo>
                    <a:pt x="5823" y="1140"/>
                  </a:lnTo>
                  <a:lnTo>
                    <a:pt x="5596" y="914"/>
                  </a:lnTo>
                  <a:lnTo>
                    <a:pt x="5894" y="628"/>
                  </a:lnTo>
                  <a:close/>
                  <a:moveTo>
                    <a:pt x="2941" y="307"/>
                  </a:moveTo>
                  <a:lnTo>
                    <a:pt x="2941" y="961"/>
                  </a:lnTo>
                  <a:cubicBezTo>
                    <a:pt x="2941" y="1057"/>
                    <a:pt x="2906" y="1164"/>
                    <a:pt x="2870" y="1271"/>
                  </a:cubicBezTo>
                  <a:lnTo>
                    <a:pt x="2787" y="1438"/>
                  </a:lnTo>
                  <a:cubicBezTo>
                    <a:pt x="2775" y="1450"/>
                    <a:pt x="2775" y="1473"/>
                    <a:pt x="2775" y="1509"/>
                  </a:cubicBezTo>
                  <a:lnTo>
                    <a:pt x="2775" y="1854"/>
                  </a:lnTo>
                  <a:cubicBezTo>
                    <a:pt x="2775" y="2104"/>
                    <a:pt x="2667" y="2331"/>
                    <a:pt x="2513" y="2485"/>
                  </a:cubicBezTo>
                  <a:cubicBezTo>
                    <a:pt x="2363" y="2635"/>
                    <a:pt x="2165" y="2727"/>
                    <a:pt x="1954" y="2727"/>
                  </a:cubicBezTo>
                  <a:cubicBezTo>
                    <a:pt x="1930" y="2727"/>
                    <a:pt x="1906" y="2726"/>
                    <a:pt x="1882" y="2724"/>
                  </a:cubicBezTo>
                  <a:cubicBezTo>
                    <a:pt x="1417" y="2712"/>
                    <a:pt x="1048" y="2307"/>
                    <a:pt x="1048" y="1819"/>
                  </a:cubicBezTo>
                  <a:lnTo>
                    <a:pt x="1048" y="1521"/>
                  </a:lnTo>
                  <a:cubicBezTo>
                    <a:pt x="1048" y="1497"/>
                    <a:pt x="1048" y="1473"/>
                    <a:pt x="1036" y="1450"/>
                  </a:cubicBezTo>
                  <a:lnTo>
                    <a:pt x="929" y="1259"/>
                  </a:lnTo>
                  <a:cubicBezTo>
                    <a:pt x="905" y="1176"/>
                    <a:pt x="870" y="1104"/>
                    <a:pt x="870" y="1021"/>
                  </a:cubicBezTo>
                  <a:lnTo>
                    <a:pt x="870" y="997"/>
                  </a:lnTo>
                  <a:cubicBezTo>
                    <a:pt x="870" y="616"/>
                    <a:pt x="1179" y="307"/>
                    <a:pt x="1572" y="307"/>
                  </a:cubicBezTo>
                  <a:close/>
                  <a:moveTo>
                    <a:pt x="2275" y="2986"/>
                  </a:moveTo>
                  <a:cubicBezTo>
                    <a:pt x="2286" y="3045"/>
                    <a:pt x="2298" y="3081"/>
                    <a:pt x="2310" y="3117"/>
                  </a:cubicBezTo>
                  <a:lnTo>
                    <a:pt x="2167" y="3259"/>
                  </a:lnTo>
                  <a:cubicBezTo>
                    <a:pt x="2102" y="3325"/>
                    <a:pt x="2013" y="3358"/>
                    <a:pt x="1923" y="3358"/>
                  </a:cubicBezTo>
                  <a:cubicBezTo>
                    <a:pt x="1834" y="3358"/>
                    <a:pt x="1745" y="3325"/>
                    <a:pt x="1679" y="3259"/>
                  </a:cubicBezTo>
                  <a:lnTo>
                    <a:pt x="1536" y="3128"/>
                  </a:lnTo>
                  <a:cubicBezTo>
                    <a:pt x="1560" y="3081"/>
                    <a:pt x="1572" y="3045"/>
                    <a:pt x="1572" y="2986"/>
                  </a:cubicBezTo>
                  <a:cubicBezTo>
                    <a:pt x="1679" y="3009"/>
                    <a:pt x="1775" y="3045"/>
                    <a:pt x="1882" y="3045"/>
                  </a:cubicBezTo>
                  <a:lnTo>
                    <a:pt x="1917" y="3045"/>
                  </a:lnTo>
                  <a:cubicBezTo>
                    <a:pt x="2036" y="3045"/>
                    <a:pt x="2167" y="3021"/>
                    <a:pt x="2275" y="2986"/>
                  </a:cubicBezTo>
                  <a:close/>
                  <a:moveTo>
                    <a:pt x="6162" y="0"/>
                  </a:moveTo>
                  <a:cubicBezTo>
                    <a:pt x="6120" y="0"/>
                    <a:pt x="6079" y="15"/>
                    <a:pt x="6049" y="45"/>
                  </a:cubicBezTo>
                  <a:lnTo>
                    <a:pt x="2906" y="3021"/>
                  </a:lnTo>
                  <a:cubicBezTo>
                    <a:pt x="2882" y="3057"/>
                    <a:pt x="2834" y="3069"/>
                    <a:pt x="2787" y="3069"/>
                  </a:cubicBezTo>
                  <a:lnTo>
                    <a:pt x="2763" y="3069"/>
                  </a:lnTo>
                  <a:cubicBezTo>
                    <a:pt x="2656" y="3069"/>
                    <a:pt x="2584" y="2997"/>
                    <a:pt x="2584" y="2890"/>
                  </a:cubicBezTo>
                  <a:lnTo>
                    <a:pt x="2584" y="2843"/>
                  </a:lnTo>
                  <a:cubicBezTo>
                    <a:pt x="2644" y="2819"/>
                    <a:pt x="2679" y="2771"/>
                    <a:pt x="2727" y="2724"/>
                  </a:cubicBezTo>
                  <a:cubicBezTo>
                    <a:pt x="2965" y="2497"/>
                    <a:pt x="3084" y="2200"/>
                    <a:pt x="3084" y="1878"/>
                  </a:cubicBezTo>
                  <a:lnTo>
                    <a:pt x="3084" y="1581"/>
                  </a:lnTo>
                  <a:lnTo>
                    <a:pt x="3144" y="1450"/>
                  </a:lnTo>
                  <a:cubicBezTo>
                    <a:pt x="3215" y="1307"/>
                    <a:pt x="3251" y="1152"/>
                    <a:pt x="3251" y="997"/>
                  </a:cubicBezTo>
                  <a:lnTo>
                    <a:pt x="3251" y="176"/>
                  </a:lnTo>
                  <a:cubicBezTo>
                    <a:pt x="3251" y="92"/>
                    <a:pt x="3179" y="21"/>
                    <a:pt x="3084" y="21"/>
                  </a:cubicBezTo>
                  <a:lnTo>
                    <a:pt x="1548" y="21"/>
                  </a:lnTo>
                  <a:cubicBezTo>
                    <a:pt x="1001" y="21"/>
                    <a:pt x="536" y="461"/>
                    <a:pt x="536" y="1033"/>
                  </a:cubicBezTo>
                  <a:lnTo>
                    <a:pt x="536" y="1045"/>
                  </a:lnTo>
                  <a:cubicBezTo>
                    <a:pt x="536" y="1176"/>
                    <a:pt x="572" y="1295"/>
                    <a:pt x="632" y="1414"/>
                  </a:cubicBezTo>
                  <a:lnTo>
                    <a:pt x="703" y="1581"/>
                  </a:lnTo>
                  <a:lnTo>
                    <a:pt x="703" y="1831"/>
                  </a:lnTo>
                  <a:cubicBezTo>
                    <a:pt x="703" y="2247"/>
                    <a:pt x="917" y="2616"/>
                    <a:pt x="1215" y="2843"/>
                  </a:cubicBezTo>
                  <a:lnTo>
                    <a:pt x="1215" y="2997"/>
                  </a:lnTo>
                  <a:cubicBezTo>
                    <a:pt x="1215" y="3069"/>
                    <a:pt x="1155" y="3140"/>
                    <a:pt x="1072" y="3176"/>
                  </a:cubicBezTo>
                  <a:lnTo>
                    <a:pt x="501" y="3343"/>
                  </a:lnTo>
                  <a:cubicBezTo>
                    <a:pt x="215" y="3414"/>
                    <a:pt x="0" y="3676"/>
                    <a:pt x="0" y="3974"/>
                  </a:cubicBezTo>
                  <a:lnTo>
                    <a:pt x="0" y="5462"/>
                  </a:lnTo>
                  <a:cubicBezTo>
                    <a:pt x="0" y="5557"/>
                    <a:pt x="84" y="5629"/>
                    <a:pt x="167" y="5629"/>
                  </a:cubicBezTo>
                  <a:cubicBezTo>
                    <a:pt x="262" y="5629"/>
                    <a:pt x="334" y="5557"/>
                    <a:pt x="334" y="5462"/>
                  </a:cubicBezTo>
                  <a:lnTo>
                    <a:pt x="334" y="3974"/>
                  </a:lnTo>
                  <a:cubicBezTo>
                    <a:pt x="334" y="3831"/>
                    <a:pt x="441" y="3676"/>
                    <a:pt x="584" y="3640"/>
                  </a:cubicBezTo>
                  <a:lnTo>
                    <a:pt x="1167" y="3474"/>
                  </a:lnTo>
                  <a:cubicBezTo>
                    <a:pt x="1215" y="3450"/>
                    <a:pt x="1251" y="3438"/>
                    <a:pt x="1298" y="3414"/>
                  </a:cubicBezTo>
                  <a:lnTo>
                    <a:pt x="1405" y="3521"/>
                  </a:lnTo>
                  <a:cubicBezTo>
                    <a:pt x="1536" y="3652"/>
                    <a:pt x="1703" y="3712"/>
                    <a:pt x="1882" y="3712"/>
                  </a:cubicBezTo>
                  <a:cubicBezTo>
                    <a:pt x="2060" y="3712"/>
                    <a:pt x="2227" y="3652"/>
                    <a:pt x="2358" y="3521"/>
                  </a:cubicBezTo>
                  <a:lnTo>
                    <a:pt x="2501" y="3367"/>
                  </a:lnTo>
                  <a:cubicBezTo>
                    <a:pt x="2584" y="3402"/>
                    <a:pt x="2656" y="3426"/>
                    <a:pt x="2727" y="3426"/>
                  </a:cubicBezTo>
                  <a:lnTo>
                    <a:pt x="2763" y="3426"/>
                  </a:lnTo>
                  <a:cubicBezTo>
                    <a:pt x="2894" y="3426"/>
                    <a:pt x="3013" y="3378"/>
                    <a:pt x="3096" y="3295"/>
                  </a:cubicBezTo>
                  <a:lnTo>
                    <a:pt x="5334" y="1176"/>
                  </a:lnTo>
                  <a:lnTo>
                    <a:pt x="5561" y="1402"/>
                  </a:lnTo>
                  <a:lnTo>
                    <a:pt x="2965" y="3986"/>
                  </a:lnTo>
                  <a:cubicBezTo>
                    <a:pt x="2798" y="4152"/>
                    <a:pt x="2715" y="4367"/>
                    <a:pt x="2715" y="4581"/>
                  </a:cubicBezTo>
                  <a:lnTo>
                    <a:pt x="2715" y="5498"/>
                  </a:lnTo>
                  <a:cubicBezTo>
                    <a:pt x="2715" y="5581"/>
                    <a:pt x="2787" y="5664"/>
                    <a:pt x="2882" y="5664"/>
                  </a:cubicBezTo>
                  <a:cubicBezTo>
                    <a:pt x="2965" y="5664"/>
                    <a:pt x="3037" y="5581"/>
                    <a:pt x="3037" y="5498"/>
                  </a:cubicBezTo>
                  <a:lnTo>
                    <a:pt x="3037" y="4581"/>
                  </a:lnTo>
                  <a:cubicBezTo>
                    <a:pt x="3037" y="4450"/>
                    <a:pt x="3096" y="4319"/>
                    <a:pt x="3191" y="4212"/>
                  </a:cubicBezTo>
                  <a:lnTo>
                    <a:pt x="6096" y="1307"/>
                  </a:lnTo>
                  <a:cubicBezTo>
                    <a:pt x="6216" y="1200"/>
                    <a:pt x="6275" y="997"/>
                    <a:pt x="6227" y="831"/>
                  </a:cubicBezTo>
                  <a:lnTo>
                    <a:pt x="6168" y="378"/>
                  </a:lnTo>
                  <a:lnTo>
                    <a:pt x="6275" y="271"/>
                  </a:lnTo>
                  <a:cubicBezTo>
                    <a:pt x="6335" y="211"/>
                    <a:pt x="6335" y="104"/>
                    <a:pt x="6275" y="45"/>
                  </a:cubicBezTo>
                  <a:cubicBezTo>
                    <a:pt x="6245" y="15"/>
                    <a:pt x="6204" y="0"/>
                    <a:pt x="61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" name="Google Shape;11764;p20">
              <a:extLst>
                <a:ext uri="{FF2B5EF4-FFF2-40B4-BE49-F238E27FC236}">
                  <a16:creationId xmlns:a16="http://schemas.microsoft.com/office/drawing/2014/main" id="{F7CDB6E4-B1CA-474B-84D4-ABC8AC29FE42}"/>
                </a:ext>
              </a:extLst>
            </p:cNvPr>
            <p:cNvSpPr/>
            <p:nvPr/>
          </p:nvSpPr>
          <p:spPr>
            <a:xfrm>
              <a:off x="1470179" y="2910480"/>
              <a:ext cx="205431" cy="173601"/>
            </a:xfrm>
            <a:custGeom>
              <a:avLst/>
              <a:gdLst/>
              <a:ahLst/>
              <a:cxnLst/>
              <a:rect l="l" t="t" r="r" b="b"/>
              <a:pathLst>
                <a:path w="6454" h="5454" extrusionOk="0"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lnTo>
                    <a:pt x="0" y="4822"/>
                  </a:lnTo>
                  <a:cubicBezTo>
                    <a:pt x="0" y="4917"/>
                    <a:pt x="72" y="4989"/>
                    <a:pt x="155" y="4989"/>
                  </a:cubicBezTo>
                  <a:cubicBezTo>
                    <a:pt x="250" y="4989"/>
                    <a:pt x="322" y="4917"/>
                    <a:pt x="322" y="4822"/>
                  </a:cubicBezTo>
                  <a:lnTo>
                    <a:pt x="322" y="512"/>
                  </a:lnTo>
                  <a:cubicBezTo>
                    <a:pt x="322" y="405"/>
                    <a:pt x="393" y="322"/>
                    <a:pt x="500" y="322"/>
                  </a:cubicBezTo>
                  <a:lnTo>
                    <a:pt x="5953" y="322"/>
                  </a:lnTo>
                  <a:cubicBezTo>
                    <a:pt x="6049" y="322"/>
                    <a:pt x="6132" y="405"/>
                    <a:pt x="6132" y="512"/>
                  </a:cubicBezTo>
                  <a:lnTo>
                    <a:pt x="6132" y="4941"/>
                  </a:lnTo>
                  <a:cubicBezTo>
                    <a:pt x="6132" y="5048"/>
                    <a:pt x="6049" y="5120"/>
                    <a:pt x="5953" y="5120"/>
                  </a:cubicBezTo>
                  <a:lnTo>
                    <a:pt x="2298" y="5120"/>
                  </a:lnTo>
                  <a:cubicBezTo>
                    <a:pt x="2215" y="5120"/>
                    <a:pt x="2131" y="5191"/>
                    <a:pt x="2131" y="5287"/>
                  </a:cubicBezTo>
                  <a:cubicBezTo>
                    <a:pt x="2131" y="5370"/>
                    <a:pt x="2215" y="5453"/>
                    <a:pt x="2298" y="5453"/>
                  </a:cubicBezTo>
                  <a:lnTo>
                    <a:pt x="5953" y="5453"/>
                  </a:lnTo>
                  <a:cubicBezTo>
                    <a:pt x="6227" y="5453"/>
                    <a:pt x="6453" y="5227"/>
                    <a:pt x="6453" y="4941"/>
                  </a:cubicBezTo>
                  <a:lnTo>
                    <a:pt x="6453" y="512"/>
                  </a:lnTo>
                  <a:cubicBezTo>
                    <a:pt x="6453" y="226"/>
                    <a:pt x="6215" y="0"/>
                    <a:pt x="5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Google Shape;11765;p20">
              <a:extLst>
                <a:ext uri="{FF2B5EF4-FFF2-40B4-BE49-F238E27FC236}">
                  <a16:creationId xmlns:a16="http://schemas.microsoft.com/office/drawing/2014/main" id="{480ED963-11D7-45C8-BC42-AD7ECDF6D820}"/>
                </a:ext>
              </a:extLst>
            </p:cNvPr>
            <p:cNvSpPr/>
            <p:nvPr/>
          </p:nvSpPr>
          <p:spPr>
            <a:xfrm>
              <a:off x="1497075" y="2942692"/>
              <a:ext cx="152370" cy="96668"/>
            </a:xfrm>
            <a:custGeom>
              <a:avLst/>
              <a:gdLst/>
              <a:ahLst/>
              <a:cxnLst/>
              <a:rect l="l" t="t" r="r" b="b"/>
              <a:pathLst>
                <a:path w="4787" h="3037" extrusionOk="0">
                  <a:moveTo>
                    <a:pt x="3751" y="0"/>
                  </a:moveTo>
                  <a:cubicBezTo>
                    <a:pt x="3656" y="0"/>
                    <a:pt x="3584" y="72"/>
                    <a:pt x="3584" y="167"/>
                  </a:cubicBezTo>
                  <a:cubicBezTo>
                    <a:pt x="3584" y="250"/>
                    <a:pt x="3656" y="334"/>
                    <a:pt x="3751" y="334"/>
                  </a:cubicBezTo>
                  <a:lnTo>
                    <a:pt x="4215" y="334"/>
                  </a:lnTo>
                  <a:lnTo>
                    <a:pt x="2465" y="2072"/>
                  </a:lnTo>
                  <a:lnTo>
                    <a:pt x="1727" y="1322"/>
                  </a:lnTo>
                  <a:cubicBezTo>
                    <a:pt x="1697" y="1292"/>
                    <a:pt x="1656" y="1277"/>
                    <a:pt x="1614" y="1277"/>
                  </a:cubicBezTo>
                  <a:cubicBezTo>
                    <a:pt x="1572" y="1277"/>
                    <a:pt x="1531" y="1292"/>
                    <a:pt x="1501" y="1322"/>
                  </a:cubicBezTo>
                  <a:lnTo>
                    <a:pt x="60" y="2774"/>
                  </a:lnTo>
                  <a:cubicBezTo>
                    <a:pt x="1" y="2834"/>
                    <a:pt x="1" y="2929"/>
                    <a:pt x="60" y="2989"/>
                  </a:cubicBezTo>
                  <a:cubicBezTo>
                    <a:pt x="84" y="3024"/>
                    <a:pt x="132" y="3036"/>
                    <a:pt x="179" y="3036"/>
                  </a:cubicBezTo>
                  <a:cubicBezTo>
                    <a:pt x="227" y="3036"/>
                    <a:pt x="251" y="3024"/>
                    <a:pt x="298" y="2989"/>
                  </a:cubicBezTo>
                  <a:lnTo>
                    <a:pt x="1632" y="1655"/>
                  </a:lnTo>
                  <a:lnTo>
                    <a:pt x="2382" y="2393"/>
                  </a:lnTo>
                  <a:cubicBezTo>
                    <a:pt x="2412" y="2423"/>
                    <a:pt x="2453" y="2438"/>
                    <a:pt x="2495" y="2438"/>
                  </a:cubicBezTo>
                  <a:cubicBezTo>
                    <a:pt x="2537" y="2438"/>
                    <a:pt x="2578" y="2423"/>
                    <a:pt x="2608" y="2393"/>
                  </a:cubicBezTo>
                  <a:lnTo>
                    <a:pt x="4465" y="536"/>
                  </a:lnTo>
                  <a:lnTo>
                    <a:pt x="4465" y="1000"/>
                  </a:lnTo>
                  <a:cubicBezTo>
                    <a:pt x="4465" y="1084"/>
                    <a:pt x="4537" y="1167"/>
                    <a:pt x="4632" y="1167"/>
                  </a:cubicBezTo>
                  <a:cubicBezTo>
                    <a:pt x="4715" y="1167"/>
                    <a:pt x="4787" y="1084"/>
                    <a:pt x="4787" y="1000"/>
                  </a:cubicBezTo>
                  <a:lnTo>
                    <a:pt x="4787" y="155"/>
                  </a:lnTo>
                  <a:cubicBezTo>
                    <a:pt x="4751" y="72"/>
                    <a:pt x="4692" y="0"/>
                    <a:pt x="4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2032;p20">
            <a:extLst>
              <a:ext uri="{FF2B5EF4-FFF2-40B4-BE49-F238E27FC236}">
                <a16:creationId xmlns:a16="http://schemas.microsoft.com/office/drawing/2014/main" id="{186CEAD9-CF04-4AD5-8B4E-0DA6197F6972}"/>
              </a:ext>
            </a:extLst>
          </p:cNvPr>
          <p:cNvGrpSpPr/>
          <p:nvPr/>
        </p:nvGrpSpPr>
        <p:grpSpPr>
          <a:xfrm>
            <a:off x="915104" y="1787298"/>
            <a:ext cx="416649" cy="325597"/>
            <a:chOff x="5626763" y="2013829"/>
            <a:chExt cx="351722" cy="274788"/>
          </a:xfrm>
          <a:solidFill>
            <a:schemeClr val="bg1"/>
          </a:solidFill>
        </p:grpSpPr>
        <p:sp>
          <p:nvSpPr>
            <p:cNvPr id="120" name="Google Shape;12033;p20">
              <a:extLst>
                <a:ext uri="{FF2B5EF4-FFF2-40B4-BE49-F238E27FC236}">
                  <a16:creationId xmlns:a16="http://schemas.microsoft.com/office/drawing/2014/main" id="{326B9524-8EE3-4A6F-881E-D895F920EC45}"/>
                </a:ext>
              </a:extLst>
            </p:cNvPr>
            <p:cNvSpPr/>
            <p:nvPr/>
          </p:nvSpPr>
          <p:spPr>
            <a:xfrm>
              <a:off x="5626763" y="2013829"/>
              <a:ext cx="351722" cy="274788"/>
            </a:xfrm>
            <a:custGeom>
              <a:avLst/>
              <a:gdLst/>
              <a:ahLst/>
              <a:cxnLst/>
              <a:rect l="l" t="t" r="r" b="b"/>
              <a:pathLst>
                <a:path w="11050" h="8633" extrusionOk="0">
                  <a:moveTo>
                    <a:pt x="10657" y="345"/>
                  </a:moveTo>
                  <a:lnTo>
                    <a:pt x="10681" y="714"/>
                  </a:lnTo>
                  <a:lnTo>
                    <a:pt x="9395" y="714"/>
                  </a:lnTo>
                  <a:cubicBezTo>
                    <a:pt x="9312" y="714"/>
                    <a:pt x="9216" y="786"/>
                    <a:pt x="9216" y="893"/>
                  </a:cubicBezTo>
                  <a:cubicBezTo>
                    <a:pt x="9216" y="1000"/>
                    <a:pt x="9288" y="1072"/>
                    <a:pt x="9395" y="1072"/>
                  </a:cubicBezTo>
                  <a:lnTo>
                    <a:pt x="10383" y="1072"/>
                  </a:lnTo>
                  <a:lnTo>
                    <a:pt x="10383" y="6191"/>
                  </a:lnTo>
                  <a:lnTo>
                    <a:pt x="4466" y="6191"/>
                  </a:lnTo>
                  <a:lnTo>
                    <a:pt x="4466" y="6025"/>
                  </a:lnTo>
                  <a:cubicBezTo>
                    <a:pt x="4466" y="5929"/>
                    <a:pt x="4394" y="5846"/>
                    <a:pt x="4287" y="5846"/>
                  </a:cubicBezTo>
                  <a:lnTo>
                    <a:pt x="4001" y="5846"/>
                  </a:lnTo>
                  <a:cubicBezTo>
                    <a:pt x="3978" y="5739"/>
                    <a:pt x="3930" y="5644"/>
                    <a:pt x="3871" y="5536"/>
                  </a:cubicBezTo>
                  <a:lnTo>
                    <a:pt x="4085" y="5322"/>
                  </a:lnTo>
                  <a:cubicBezTo>
                    <a:pt x="4156" y="5251"/>
                    <a:pt x="4156" y="5144"/>
                    <a:pt x="4085" y="5072"/>
                  </a:cubicBezTo>
                  <a:lnTo>
                    <a:pt x="3549" y="4536"/>
                  </a:lnTo>
                  <a:cubicBezTo>
                    <a:pt x="3513" y="4512"/>
                    <a:pt x="3478" y="4489"/>
                    <a:pt x="3430" y="4489"/>
                  </a:cubicBezTo>
                  <a:cubicBezTo>
                    <a:pt x="3382" y="4489"/>
                    <a:pt x="3335" y="4512"/>
                    <a:pt x="3311" y="4536"/>
                  </a:cubicBezTo>
                  <a:lnTo>
                    <a:pt x="3097" y="4739"/>
                  </a:lnTo>
                  <a:cubicBezTo>
                    <a:pt x="2989" y="4679"/>
                    <a:pt x="2894" y="4643"/>
                    <a:pt x="2787" y="4608"/>
                  </a:cubicBezTo>
                  <a:lnTo>
                    <a:pt x="2787" y="4334"/>
                  </a:lnTo>
                  <a:cubicBezTo>
                    <a:pt x="2787" y="4239"/>
                    <a:pt x="2716" y="4155"/>
                    <a:pt x="2608" y="4155"/>
                  </a:cubicBezTo>
                  <a:lnTo>
                    <a:pt x="2180" y="4155"/>
                  </a:lnTo>
                  <a:lnTo>
                    <a:pt x="2180" y="1060"/>
                  </a:lnTo>
                  <a:lnTo>
                    <a:pt x="8788" y="1060"/>
                  </a:lnTo>
                  <a:cubicBezTo>
                    <a:pt x="8871" y="1060"/>
                    <a:pt x="8966" y="976"/>
                    <a:pt x="8966" y="881"/>
                  </a:cubicBezTo>
                  <a:cubicBezTo>
                    <a:pt x="8966" y="786"/>
                    <a:pt x="8895" y="702"/>
                    <a:pt x="8788" y="702"/>
                  </a:cubicBezTo>
                  <a:lnTo>
                    <a:pt x="1894" y="702"/>
                  </a:lnTo>
                  <a:lnTo>
                    <a:pt x="1894" y="345"/>
                  </a:lnTo>
                  <a:close/>
                  <a:moveTo>
                    <a:pt x="10681" y="6537"/>
                  </a:moveTo>
                  <a:lnTo>
                    <a:pt x="10681" y="6870"/>
                  </a:lnTo>
                  <a:lnTo>
                    <a:pt x="4430" y="6870"/>
                  </a:lnTo>
                  <a:cubicBezTo>
                    <a:pt x="4454" y="6846"/>
                    <a:pt x="4466" y="6798"/>
                    <a:pt x="4466" y="6751"/>
                  </a:cubicBezTo>
                  <a:lnTo>
                    <a:pt x="4466" y="6560"/>
                  </a:lnTo>
                  <a:lnTo>
                    <a:pt x="10562" y="6560"/>
                  </a:lnTo>
                  <a:cubicBezTo>
                    <a:pt x="10598" y="6560"/>
                    <a:pt x="10633" y="6548"/>
                    <a:pt x="10657" y="6537"/>
                  </a:cubicBezTo>
                  <a:close/>
                  <a:moveTo>
                    <a:pt x="2477" y="4524"/>
                  </a:moveTo>
                  <a:lnTo>
                    <a:pt x="2477" y="4763"/>
                  </a:lnTo>
                  <a:cubicBezTo>
                    <a:pt x="2477" y="4834"/>
                    <a:pt x="2537" y="4905"/>
                    <a:pt x="2608" y="4929"/>
                  </a:cubicBezTo>
                  <a:cubicBezTo>
                    <a:pt x="2775" y="4965"/>
                    <a:pt x="2942" y="5024"/>
                    <a:pt x="3073" y="5120"/>
                  </a:cubicBezTo>
                  <a:cubicBezTo>
                    <a:pt x="3099" y="5137"/>
                    <a:pt x="3128" y="5145"/>
                    <a:pt x="3157" y="5145"/>
                  </a:cubicBezTo>
                  <a:cubicBezTo>
                    <a:pt x="3206" y="5145"/>
                    <a:pt x="3253" y="5122"/>
                    <a:pt x="3275" y="5084"/>
                  </a:cubicBezTo>
                  <a:lnTo>
                    <a:pt x="3454" y="4905"/>
                  </a:lnTo>
                  <a:lnTo>
                    <a:pt x="3740" y="5191"/>
                  </a:lnTo>
                  <a:lnTo>
                    <a:pt x="3561" y="5370"/>
                  </a:lnTo>
                  <a:cubicBezTo>
                    <a:pt x="3501" y="5429"/>
                    <a:pt x="3490" y="5525"/>
                    <a:pt x="3537" y="5584"/>
                  </a:cubicBezTo>
                  <a:cubicBezTo>
                    <a:pt x="3620" y="5727"/>
                    <a:pt x="3680" y="5882"/>
                    <a:pt x="3728" y="6036"/>
                  </a:cubicBezTo>
                  <a:cubicBezTo>
                    <a:pt x="3740" y="6120"/>
                    <a:pt x="3811" y="6179"/>
                    <a:pt x="3894" y="6179"/>
                  </a:cubicBezTo>
                  <a:lnTo>
                    <a:pt x="4132" y="6179"/>
                  </a:lnTo>
                  <a:lnTo>
                    <a:pt x="4132" y="6572"/>
                  </a:lnTo>
                  <a:lnTo>
                    <a:pt x="3894" y="6572"/>
                  </a:lnTo>
                  <a:cubicBezTo>
                    <a:pt x="3811" y="6572"/>
                    <a:pt x="3740" y="6632"/>
                    <a:pt x="3728" y="6715"/>
                  </a:cubicBezTo>
                  <a:cubicBezTo>
                    <a:pt x="3680" y="6870"/>
                    <a:pt x="3620" y="7037"/>
                    <a:pt x="3537" y="7168"/>
                  </a:cubicBezTo>
                  <a:cubicBezTo>
                    <a:pt x="3490" y="7251"/>
                    <a:pt x="3501" y="7334"/>
                    <a:pt x="3561" y="7382"/>
                  </a:cubicBezTo>
                  <a:lnTo>
                    <a:pt x="3740" y="7560"/>
                  </a:lnTo>
                  <a:lnTo>
                    <a:pt x="3454" y="7834"/>
                  </a:lnTo>
                  <a:lnTo>
                    <a:pt x="3275" y="7656"/>
                  </a:lnTo>
                  <a:cubicBezTo>
                    <a:pt x="3238" y="7626"/>
                    <a:pt x="3193" y="7606"/>
                    <a:pt x="3149" y="7606"/>
                  </a:cubicBezTo>
                  <a:cubicBezTo>
                    <a:pt x="3122" y="7606"/>
                    <a:pt x="3096" y="7614"/>
                    <a:pt x="3073" y="7632"/>
                  </a:cubicBezTo>
                  <a:cubicBezTo>
                    <a:pt x="2918" y="7727"/>
                    <a:pt x="2775" y="7787"/>
                    <a:pt x="2608" y="7822"/>
                  </a:cubicBezTo>
                  <a:cubicBezTo>
                    <a:pt x="2537" y="7846"/>
                    <a:pt x="2477" y="7918"/>
                    <a:pt x="2477" y="7989"/>
                  </a:cubicBezTo>
                  <a:lnTo>
                    <a:pt x="2477" y="8227"/>
                  </a:lnTo>
                  <a:lnTo>
                    <a:pt x="2073" y="8227"/>
                  </a:lnTo>
                  <a:lnTo>
                    <a:pt x="2073" y="7989"/>
                  </a:lnTo>
                  <a:cubicBezTo>
                    <a:pt x="2073" y="7918"/>
                    <a:pt x="2013" y="7846"/>
                    <a:pt x="1942" y="7822"/>
                  </a:cubicBezTo>
                  <a:cubicBezTo>
                    <a:pt x="1775" y="7787"/>
                    <a:pt x="1608" y="7727"/>
                    <a:pt x="1477" y="7632"/>
                  </a:cubicBezTo>
                  <a:cubicBezTo>
                    <a:pt x="1450" y="7614"/>
                    <a:pt x="1419" y="7606"/>
                    <a:pt x="1390" y="7606"/>
                  </a:cubicBezTo>
                  <a:cubicBezTo>
                    <a:pt x="1342" y="7606"/>
                    <a:pt x="1297" y="7626"/>
                    <a:pt x="1275" y="7656"/>
                  </a:cubicBezTo>
                  <a:lnTo>
                    <a:pt x="1096" y="7834"/>
                  </a:lnTo>
                  <a:lnTo>
                    <a:pt x="811" y="7560"/>
                  </a:lnTo>
                  <a:lnTo>
                    <a:pt x="989" y="7382"/>
                  </a:lnTo>
                  <a:cubicBezTo>
                    <a:pt x="1049" y="7322"/>
                    <a:pt x="1061" y="7227"/>
                    <a:pt x="1013" y="7168"/>
                  </a:cubicBezTo>
                  <a:cubicBezTo>
                    <a:pt x="930" y="7025"/>
                    <a:pt x="870" y="6870"/>
                    <a:pt x="823" y="6715"/>
                  </a:cubicBezTo>
                  <a:cubicBezTo>
                    <a:pt x="811" y="6632"/>
                    <a:pt x="739" y="6572"/>
                    <a:pt x="656" y="6572"/>
                  </a:cubicBezTo>
                  <a:lnTo>
                    <a:pt x="418" y="6572"/>
                  </a:lnTo>
                  <a:lnTo>
                    <a:pt x="418" y="6179"/>
                  </a:lnTo>
                  <a:lnTo>
                    <a:pt x="656" y="6179"/>
                  </a:lnTo>
                  <a:cubicBezTo>
                    <a:pt x="739" y="6179"/>
                    <a:pt x="811" y="6120"/>
                    <a:pt x="823" y="6036"/>
                  </a:cubicBezTo>
                  <a:cubicBezTo>
                    <a:pt x="870" y="5882"/>
                    <a:pt x="930" y="5715"/>
                    <a:pt x="1013" y="5584"/>
                  </a:cubicBezTo>
                  <a:cubicBezTo>
                    <a:pt x="1061" y="5501"/>
                    <a:pt x="1049" y="5417"/>
                    <a:pt x="989" y="5370"/>
                  </a:cubicBezTo>
                  <a:lnTo>
                    <a:pt x="811" y="5191"/>
                  </a:lnTo>
                  <a:lnTo>
                    <a:pt x="1096" y="4905"/>
                  </a:lnTo>
                  <a:lnTo>
                    <a:pt x="1275" y="5084"/>
                  </a:lnTo>
                  <a:cubicBezTo>
                    <a:pt x="1313" y="5122"/>
                    <a:pt x="1360" y="5145"/>
                    <a:pt x="1405" y="5145"/>
                  </a:cubicBezTo>
                  <a:cubicBezTo>
                    <a:pt x="1430" y="5145"/>
                    <a:pt x="1456" y="5137"/>
                    <a:pt x="1477" y="5120"/>
                  </a:cubicBezTo>
                  <a:cubicBezTo>
                    <a:pt x="1632" y="5024"/>
                    <a:pt x="1775" y="4965"/>
                    <a:pt x="1942" y="4929"/>
                  </a:cubicBezTo>
                  <a:cubicBezTo>
                    <a:pt x="2013" y="4905"/>
                    <a:pt x="2073" y="4834"/>
                    <a:pt x="2073" y="4763"/>
                  </a:cubicBezTo>
                  <a:lnTo>
                    <a:pt x="2073" y="4524"/>
                  </a:lnTo>
                  <a:close/>
                  <a:moveTo>
                    <a:pt x="1715" y="0"/>
                  </a:moveTo>
                  <a:cubicBezTo>
                    <a:pt x="1632" y="0"/>
                    <a:pt x="1537" y="71"/>
                    <a:pt x="1537" y="179"/>
                  </a:cubicBezTo>
                  <a:lnTo>
                    <a:pt x="1537" y="881"/>
                  </a:lnTo>
                  <a:cubicBezTo>
                    <a:pt x="1537" y="964"/>
                    <a:pt x="1608" y="1060"/>
                    <a:pt x="1715" y="1060"/>
                  </a:cubicBezTo>
                  <a:lnTo>
                    <a:pt x="1835" y="1060"/>
                  </a:lnTo>
                  <a:lnTo>
                    <a:pt x="1835" y="4155"/>
                  </a:lnTo>
                  <a:cubicBezTo>
                    <a:pt x="1751" y="4167"/>
                    <a:pt x="1692" y="4239"/>
                    <a:pt x="1692" y="4310"/>
                  </a:cubicBezTo>
                  <a:lnTo>
                    <a:pt x="1692" y="4596"/>
                  </a:lnTo>
                  <a:cubicBezTo>
                    <a:pt x="1585" y="4632"/>
                    <a:pt x="1477" y="4667"/>
                    <a:pt x="1370" y="4727"/>
                  </a:cubicBezTo>
                  <a:lnTo>
                    <a:pt x="1168" y="4524"/>
                  </a:lnTo>
                  <a:cubicBezTo>
                    <a:pt x="1132" y="4489"/>
                    <a:pt x="1096" y="4477"/>
                    <a:pt x="1049" y="4477"/>
                  </a:cubicBezTo>
                  <a:cubicBezTo>
                    <a:pt x="1001" y="4477"/>
                    <a:pt x="953" y="4489"/>
                    <a:pt x="930" y="4524"/>
                  </a:cubicBezTo>
                  <a:lnTo>
                    <a:pt x="394" y="5060"/>
                  </a:lnTo>
                  <a:cubicBezTo>
                    <a:pt x="322" y="5132"/>
                    <a:pt x="322" y="5239"/>
                    <a:pt x="394" y="5310"/>
                  </a:cubicBezTo>
                  <a:lnTo>
                    <a:pt x="596" y="5525"/>
                  </a:lnTo>
                  <a:cubicBezTo>
                    <a:pt x="537" y="5620"/>
                    <a:pt x="501" y="5727"/>
                    <a:pt x="465" y="5834"/>
                  </a:cubicBezTo>
                  <a:lnTo>
                    <a:pt x="180" y="5834"/>
                  </a:lnTo>
                  <a:cubicBezTo>
                    <a:pt x="96" y="5834"/>
                    <a:pt x="1" y="5906"/>
                    <a:pt x="1" y="6013"/>
                  </a:cubicBezTo>
                  <a:lnTo>
                    <a:pt x="1" y="6751"/>
                  </a:lnTo>
                  <a:cubicBezTo>
                    <a:pt x="1" y="6846"/>
                    <a:pt x="84" y="6929"/>
                    <a:pt x="180" y="6929"/>
                  </a:cubicBezTo>
                  <a:lnTo>
                    <a:pt x="465" y="6929"/>
                  </a:lnTo>
                  <a:cubicBezTo>
                    <a:pt x="501" y="7037"/>
                    <a:pt x="537" y="7144"/>
                    <a:pt x="596" y="7251"/>
                  </a:cubicBezTo>
                  <a:lnTo>
                    <a:pt x="394" y="7453"/>
                  </a:lnTo>
                  <a:cubicBezTo>
                    <a:pt x="322" y="7525"/>
                    <a:pt x="322" y="7632"/>
                    <a:pt x="394" y="7703"/>
                  </a:cubicBezTo>
                  <a:lnTo>
                    <a:pt x="930" y="8239"/>
                  </a:lnTo>
                  <a:cubicBezTo>
                    <a:pt x="965" y="8281"/>
                    <a:pt x="1010" y="8302"/>
                    <a:pt x="1055" y="8302"/>
                  </a:cubicBezTo>
                  <a:cubicBezTo>
                    <a:pt x="1099" y="8302"/>
                    <a:pt x="1144" y="8281"/>
                    <a:pt x="1180" y="8239"/>
                  </a:cubicBezTo>
                  <a:lnTo>
                    <a:pt x="1394" y="8037"/>
                  </a:lnTo>
                  <a:cubicBezTo>
                    <a:pt x="1489" y="8096"/>
                    <a:pt x="1596" y="8144"/>
                    <a:pt x="1704" y="8168"/>
                  </a:cubicBezTo>
                  <a:lnTo>
                    <a:pt x="1704" y="8453"/>
                  </a:lnTo>
                  <a:cubicBezTo>
                    <a:pt x="1704" y="8537"/>
                    <a:pt x="1775" y="8632"/>
                    <a:pt x="1882" y="8632"/>
                  </a:cubicBezTo>
                  <a:lnTo>
                    <a:pt x="2620" y="8632"/>
                  </a:lnTo>
                  <a:cubicBezTo>
                    <a:pt x="2716" y="8632"/>
                    <a:pt x="2799" y="8549"/>
                    <a:pt x="2799" y="8453"/>
                  </a:cubicBezTo>
                  <a:lnTo>
                    <a:pt x="2799" y="8168"/>
                  </a:lnTo>
                  <a:cubicBezTo>
                    <a:pt x="2906" y="8144"/>
                    <a:pt x="3013" y="8096"/>
                    <a:pt x="3120" y="8037"/>
                  </a:cubicBezTo>
                  <a:lnTo>
                    <a:pt x="3323" y="8239"/>
                  </a:lnTo>
                  <a:cubicBezTo>
                    <a:pt x="3359" y="8281"/>
                    <a:pt x="3403" y="8302"/>
                    <a:pt x="3448" y="8302"/>
                  </a:cubicBezTo>
                  <a:cubicBezTo>
                    <a:pt x="3492" y="8302"/>
                    <a:pt x="3537" y="8281"/>
                    <a:pt x="3573" y="8239"/>
                  </a:cubicBezTo>
                  <a:lnTo>
                    <a:pt x="4109" y="7703"/>
                  </a:lnTo>
                  <a:cubicBezTo>
                    <a:pt x="4192" y="7632"/>
                    <a:pt x="4192" y="7525"/>
                    <a:pt x="4109" y="7453"/>
                  </a:cubicBezTo>
                  <a:lnTo>
                    <a:pt x="3906" y="7251"/>
                  </a:lnTo>
                  <a:cubicBezTo>
                    <a:pt x="3906" y="7227"/>
                    <a:pt x="3918" y="7227"/>
                    <a:pt x="3918" y="7215"/>
                  </a:cubicBezTo>
                  <a:lnTo>
                    <a:pt x="10871" y="7215"/>
                  </a:lnTo>
                  <a:cubicBezTo>
                    <a:pt x="10955" y="7215"/>
                    <a:pt x="11050" y="7144"/>
                    <a:pt x="11050" y="7037"/>
                  </a:cubicBezTo>
                  <a:lnTo>
                    <a:pt x="11050" y="6358"/>
                  </a:lnTo>
                  <a:cubicBezTo>
                    <a:pt x="11050" y="6263"/>
                    <a:pt x="10979" y="6179"/>
                    <a:pt x="10871" y="6179"/>
                  </a:cubicBezTo>
                  <a:lnTo>
                    <a:pt x="10752" y="6179"/>
                  </a:lnTo>
                  <a:lnTo>
                    <a:pt x="10752" y="1060"/>
                  </a:lnTo>
                  <a:lnTo>
                    <a:pt x="10836" y="1060"/>
                  </a:lnTo>
                  <a:cubicBezTo>
                    <a:pt x="10931" y="1060"/>
                    <a:pt x="11014" y="976"/>
                    <a:pt x="11014" y="881"/>
                  </a:cubicBezTo>
                  <a:lnTo>
                    <a:pt x="11014" y="179"/>
                  </a:lnTo>
                  <a:cubicBezTo>
                    <a:pt x="11014" y="83"/>
                    <a:pt x="10943" y="0"/>
                    <a:pt x="10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034;p20">
              <a:extLst>
                <a:ext uri="{FF2B5EF4-FFF2-40B4-BE49-F238E27FC236}">
                  <a16:creationId xmlns:a16="http://schemas.microsoft.com/office/drawing/2014/main" id="{53116844-B8A8-4227-8F51-C978EEFEC759}"/>
                </a:ext>
              </a:extLst>
            </p:cNvPr>
            <p:cNvSpPr/>
            <p:nvPr/>
          </p:nvSpPr>
          <p:spPr>
            <a:xfrm>
              <a:off x="5784799" y="2125234"/>
              <a:ext cx="33390" cy="70503"/>
            </a:xfrm>
            <a:custGeom>
              <a:avLst/>
              <a:gdLst/>
              <a:ahLst/>
              <a:cxnLst/>
              <a:rect l="l" t="t" r="r" b="b"/>
              <a:pathLst>
                <a:path w="1049" h="2215" extrusionOk="0">
                  <a:moveTo>
                    <a:pt x="691" y="334"/>
                  </a:moveTo>
                  <a:lnTo>
                    <a:pt x="691" y="1858"/>
                  </a:lnTo>
                  <a:lnTo>
                    <a:pt x="334" y="1858"/>
                  </a:lnTo>
                  <a:lnTo>
                    <a:pt x="334" y="334"/>
                  </a:lnTo>
                  <a:close/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lnTo>
                    <a:pt x="1" y="2036"/>
                  </a:lnTo>
                  <a:cubicBezTo>
                    <a:pt x="1" y="2120"/>
                    <a:pt x="72" y="2215"/>
                    <a:pt x="179" y="2215"/>
                  </a:cubicBezTo>
                  <a:lnTo>
                    <a:pt x="870" y="2215"/>
                  </a:lnTo>
                  <a:cubicBezTo>
                    <a:pt x="965" y="2215"/>
                    <a:pt x="1049" y="2144"/>
                    <a:pt x="1049" y="2036"/>
                  </a:cubicBezTo>
                  <a:lnTo>
                    <a:pt x="1049" y="179"/>
                  </a:lnTo>
                  <a:cubicBezTo>
                    <a:pt x="1049" y="72"/>
                    <a:pt x="965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12035;p20">
              <a:extLst>
                <a:ext uri="{FF2B5EF4-FFF2-40B4-BE49-F238E27FC236}">
                  <a16:creationId xmlns:a16="http://schemas.microsoft.com/office/drawing/2014/main" id="{D35B716B-8798-4669-B61C-FF7878D04C80}"/>
                </a:ext>
              </a:extLst>
            </p:cNvPr>
            <p:cNvSpPr/>
            <p:nvPr/>
          </p:nvSpPr>
          <p:spPr>
            <a:xfrm>
              <a:off x="5824236" y="2097956"/>
              <a:ext cx="33740" cy="97782"/>
            </a:xfrm>
            <a:custGeom>
              <a:avLst/>
              <a:gdLst/>
              <a:ahLst/>
              <a:cxnLst/>
              <a:rect l="l" t="t" r="r" b="b"/>
              <a:pathLst>
                <a:path w="1060" h="3072" extrusionOk="0">
                  <a:moveTo>
                    <a:pt x="703" y="345"/>
                  </a:moveTo>
                  <a:lnTo>
                    <a:pt x="703" y="2715"/>
                  </a:lnTo>
                  <a:lnTo>
                    <a:pt x="345" y="2715"/>
                  </a:lnTo>
                  <a:lnTo>
                    <a:pt x="345" y="345"/>
                  </a:lnTo>
                  <a:close/>
                  <a:moveTo>
                    <a:pt x="179" y="0"/>
                  </a:moveTo>
                  <a:cubicBezTo>
                    <a:pt x="95" y="0"/>
                    <a:pt x="0" y="84"/>
                    <a:pt x="0" y="179"/>
                  </a:cubicBezTo>
                  <a:lnTo>
                    <a:pt x="0" y="2893"/>
                  </a:lnTo>
                  <a:cubicBezTo>
                    <a:pt x="0" y="2977"/>
                    <a:pt x="83" y="3072"/>
                    <a:pt x="179" y="3072"/>
                  </a:cubicBezTo>
                  <a:lnTo>
                    <a:pt x="881" y="3072"/>
                  </a:lnTo>
                  <a:cubicBezTo>
                    <a:pt x="976" y="3072"/>
                    <a:pt x="1060" y="3001"/>
                    <a:pt x="1060" y="2893"/>
                  </a:cubicBezTo>
                  <a:lnTo>
                    <a:pt x="1060" y="179"/>
                  </a:lnTo>
                  <a:cubicBezTo>
                    <a:pt x="1048" y="84"/>
                    <a:pt x="976" y="0"/>
                    <a:pt x="8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" name="Google Shape;12036;p20">
              <a:extLst>
                <a:ext uri="{FF2B5EF4-FFF2-40B4-BE49-F238E27FC236}">
                  <a16:creationId xmlns:a16="http://schemas.microsoft.com/office/drawing/2014/main" id="{E81E5306-6C81-4F87-A260-247BC32469C9}"/>
                </a:ext>
              </a:extLst>
            </p:cNvPr>
            <p:cNvSpPr/>
            <p:nvPr/>
          </p:nvSpPr>
          <p:spPr>
            <a:xfrm>
              <a:off x="5864024" y="2111961"/>
              <a:ext cx="33740" cy="83426"/>
            </a:xfrm>
            <a:custGeom>
              <a:avLst/>
              <a:gdLst/>
              <a:ahLst/>
              <a:cxnLst/>
              <a:rect l="l" t="t" r="r" b="b"/>
              <a:pathLst>
                <a:path w="1060" h="2621" extrusionOk="0">
                  <a:moveTo>
                    <a:pt x="703" y="358"/>
                  </a:moveTo>
                  <a:lnTo>
                    <a:pt x="703" y="2275"/>
                  </a:lnTo>
                  <a:lnTo>
                    <a:pt x="346" y="2275"/>
                  </a:lnTo>
                  <a:lnTo>
                    <a:pt x="346" y="358"/>
                  </a:lnTo>
                  <a:close/>
                  <a:moveTo>
                    <a:pt x="191" y="1"/>
                  </a:moveTo>
                  <a:cubicBezTo>
                    <a:pt x="96" y="1"/>
                    <a:pt x="0" y="72"/>
                    <a:pt x="0" y="179"/>
                  </a:cubicBezTo>
                  <a:lnTo>
                    <a:pt x="0" y="2442"/>
                  </a:lnTo>
                  <a:cubicBezTo>
                    <a:pt x="0" y="2525"/>
                    <a:pt x="84" y="2620"/>
                    <a:pt x="191" y="2620"/>
                  </a:cubicBezTo>
                  <a:lnTo>
                    <a:pt x="881" y="2620"/>
                  </a:lnTo>
                  <a:cubicBezTo>
                    <a:pt x="977" y="2620"/>
                    <a:pt x="1060" y="2537"/>
                    <a:pt x="1060" y="2442"/>
                  </a:cubicBezTo>
                  <a:lnTo>
                    <a:pt x="1060" y="179"/>
                  </a:lnTo>
                  <a:cubicBezTo>
                    <a:pt x="1048" y="84"/>
                    <a:pt x="977" y="1"/>
                    <a:pt x="8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12037;p20">
              <a:extLst>
                <a:ext uri="{FF2B5EF4-FFF2-40B4-BE49-F238E27FC236}">
                  <a16:creationId xmlns:a16="http://schemas.microsoft.com/office/drawing/2014/main" id="{2DA9D1B4-573A-4FB1-B179-74250D5E79E8}"/>
                </a:ext>
              </a:extLst>
            </p:cNvPr>
            <p:cNvSpPr/>
            <p:nvPr/>
          </p:nvSpPr>
          <p:spPr>
            <a:xfrm>
              <a:off x="5904193" y="2065744"/>
              <a:ext cx="33390" cy="129644"/>
            </a:xfrm>
            <a:custGeom>
              <a:avLst/>
              <a:gdLst/>
              <a:ahLst/>
              <a:cxnLst/>
              <a:rect l="l" t="t" r="r" b="b"/>
              <a:pathLst>
                <a:path w="1049" h="4073" extrusionOk="0">
                  <a:moveTo>
                    <a:pt x="691" y="357"/>
                  </a:moveTo>
                  <a:lnTo>
                    <a:pt x="691" y="3727"/>
                  </a:lnTo>
                  <a:lnTo>
                    <a:pt x="334" y="3727"/>
                  </a:lnTo>
                  <a:lnTo>
                    <a:pt x="334" y="357"/>
                  </a:lnTo>
                  <a:close/>
                  <a:moveTo>
                    <a:pt x="179" y="0"/>
                  </a:moveTo>
                  <a:cubicBezTo>
                    <a:pt x="72" y="24"/>
                    <a:pt x="0" y="95"/>
                    <a:pt x="0" y="179"/>
                  </a:cubicBezTo>
                  <a:lnTo>
                    <a:pt x="0" y="3894"/>
                  </a:lnTo>
                  <a:cubicBezTo>
                    <a:pt x="0" y="3977"/>
                    <a:pt x="72" y="4072"/>
                    <a:pt x="179" y="4072"/>
                  </a:cubicBezTo>
                  <a:lnTo>
                    <a:pt x="870" y="4072"/>
                  </a:lnTo>
                  <a:cubicBezTo>
                    <a:pt x="965" y="4072"/>
                    <a:pt x="1048" y="3989"/>
                    <a:pt x="1048" y="3894"/>
                  </a:cubicBezTo>
                  <a:lnTo>
                    <a:pt x="1048" y="179"/>
                  </a:lnTo>
                  <a:cubicBezTo>
                    <a:pt x="1048" y="95"/>
                    <a:pt x="977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12038;p20">
              <a:extLst>
                <a:ext uri="{FF2B5EF4-FFF2-40B4-BE49-F238E27FC236}">
                  <a16:creationId xmlns:a16="http://schemas.microsoft.com/office/drawing/2014/main" id="{BA745D61-42B9-49D0-ADEF-AD8B39E3A5E9}"/>
                </a:ext>
              </a:extLst>
            </p:cNvPr>
            <p:cNvSpPr/>
            <p:nvPr/>
          </p:nvSpPr>
          <p:spPr>
            <a:xfrm>
              <a:off x="5713563" y="2080131"/>
              <a:ext cx="40965" cy="11395"/>
            </a:xfrm>
            <a:custGeom>
              <a:avLst/>
              <a:gdLst/>
              <a:ahLst/>
              <a:cxnLst/>
              <a:rect l="l" t="t" r="r" b="b"/>
              <a:pathLst>
                <a:path w="1287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2" y="263"/>
                    <a:pt x="96" y="358"/>
                    <a:pt x="179" y="358"/>
                  </a:cubicBezTo>
                  <a:lnTo>
                    <a:pt x="1108" y="358"/>
                  </a:lnTo>
                  <a:cubicBezTo>
                    <a:pt x="1191" y="358"/>
                    <a:pt x="1286" y="286"/>
                    <a:pt x="1286" y="179"/>
                  </a:cubicBezTo>
                  <a:cubicBezTo>
                    <a:pt x="1286" y="72"/>
                    <a:pt x="1203" y="1"/>
                    <a:pt x="1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12039;p20">
              <a:extLst>
                <a:ext uri="{FF2B5EF4-FFF2-40B4-BE49-F238E27FC236}">
                  <a16:creationId xmlns:a16="http://schemas.microsoft.com/office/drawing/2014/main" id="{6585C523-D4AC-4378-B34E-33770B8D2315}"/>
                </a:ext>
              </a:extLst>
            </p:cNvPr>
            <p:cNvSpPr/>
            <p:nvPr/>
          </p:nvSpPr>
          <p:spPr>
            <a:xfrm>
              <a:off x="5713945" y="2097574"/>
              <a:ext cx="56880" cy="11395"/>
            </a:xfrm>
            <a:custGeom>
              <a:avLst/>
              <a:gdLst/>
              <a:ahLst/>
              <a:cxnLst/>
              <a:rect l="l" t="t" r="r" b="b"/>
              <a:pathLst>
                <a:path w="1787" h="358" extrusionOk="0">
                  <a:moveTo>
                    <a:pt x="179" y="0"/>
                  </a:moveTo>
                  <a:cubicBezTo>
                    <a:pt x="96" y="0"/>
                    <a:pt x="0" y="72"/>
                    <a:pt x="0" y="179"/>
                  </a:cubicBezTo>
                  <a:cubicBezTo>
                    <a:pt x="0" y="274"/>
                    <a:pt x="84" y="357"/>
                    <a:pt x="179" y="357"/>
                  </a:cubicBezTo>
                  <a:lnTo>
                    <a:pt x="1608" y="357"/>
                  </a:lnTo>
                  <a:cubicBezTo>
                    <a:pt x="1703" y="357"/>
                    <a:pt x="1786" y="286"/>
                    <a:pt x="1786" y="179"/>
                  </a:cubicBezTo>
                  <a:cubicBezTo>
                    <a:pt x="1774" y="72"/>
                    <a:pt x="1703" y="0"/>
                    <a:pt x="16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" name="Google Shape;12040;p20">
              <a:extLst>
                <a:ext uri="{FF2B5EF4-FFF2-40B4-BE49-F238E27FC236}">
                  <a16:creationId xmlns:a16="http://schemas.microsoft.com/office/drawing/2014/main" id="{F286764A-8C51-4C6A-BF7F-E68267169125}"/>
                </a:ext>
              </a:extLst>
            </p:cNvPr>
            <p:cNvSpPr/>
            <p:nvPr/>
          </p:nvSpPr>
          <p:spPr>
            <a:xfrm>
              <a:off x="5713945" y="2114985"/>
              <a:ext cx="56880" cy="11427"/>
            </a:xfrm>
            <a:custGeom>
              <a:avLst/>
              <a:gdLst/>
              <a:ahLst/>
              <a:cxnLst/>
              <a:rect l="l" t="t" r="r" b="b"/>
              <a:pathLst>
                <a:path w="1787" h="359" extrusionOk="0">
                  <a:moveTo>
                    <a:pt x="179" y="1"/>
                  </a:moveTo>
                  <a:cubicBezTo>
                    <a:pt x="96" y="1"/>
                    <a:pt x="0" y="84"/>
                    <a:pt x="0" y="180"/>
                  </a:cubicBezTo>
                  <a:cubicBezTo>
                    <a:pt x="0" y="275"/>
                    <a:pt x="84" y="358"/>
                    <a:pt x="179" y="358"/>
                  </a:cubicBezTo>
                  <a:lnTo>
                    <a:pt x="1608" y="358"/>
                  </a:lnTo>
                  <a:cubicBezTo>
                    <a:pt x="1703" y="358"/>
                    <a:pt x="1786" y="287"/>
                    <a:pt x="1786" y="180"/>
                  </a:cubicBezTo>
                  <a:cubicBezTo>
                    <a:pt x="1774" y="84"/>
                    <a:pt x="1703" y="1"/>
                    <a:pt x="1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12041;p20">
              <a:extLst>
                <a:ext uri="{FF2B5EF4-FFF2-40B4-BE49-F238E27FC236}">
                  <a16:creationId xmlns:a16="http://schemas.microsoft.com/office/drawing/2014/main" id="{1B63EEEB-9465-4320-8387-643AAB083DD0}"/>
                </a:ext>
              </a:extLst>
            </p:cNvPr>
            <p:cNvSpPr/>
            <p:nvPr/>
          </p:nvSpPr>
          <p:spPr>
            <a:xfrm>
              <a:off x="5713945" y="2132810"/>
              <a:ext cx="56880" cy="11013"/>
            </a:xfrm>
            <a:custGeom>
              <a:avLst/>
              <a:gdLst/>
              <a:ahLst/>
              <a:cxnLst/>
              <a:rect l="l" t="t" r="r" b="b"/>
              <a:pathLst>
                <a:path w="1787" h="346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46"/>
                    <a:pt x="179" y="346"/>
                  </a:cubicBezTo>
                  <a:lnTo>
                    <a:pt x="1608" y="346"/>
                  </a:lnTo>
                  <a:cubicBezTo>
                    <a:pt x="1703" y="346"/>
                    <a:pt x="1786" y="274"/>
                    <a:pt x="1786" y="179"/>
                  </a:cubicBezTo>
                  <a:cubicBezTo>
                    <a:pt x="1774" y="72"/>
                    <a:pt x="1703" y="1"/>
                    <a:pt x="1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" name="Google Shape;12042;p20">
              <a:extLst>
                <a:ext uri="{FF2B5EF4-FFF2-40B4-BE49-F238E27FC236}">
                  <a16:creationId xmlns:a16="http://schemas.microsoft.com/office/drawing/2014/main" id="{44CE44B7-2251-4EA4-8591-75BA1806D968}"/>
                </a:ext>
              </a:extLst>
            </p:cNvPr>
            <p:cNvSpPr/>
            <p:nvPr/>
          </p:nvSpPr>
          <p:spPr>
            <a:xfrm>
              <a:off x="5663526" y="2182464"/>
              <a:ext cx="69389" cy="68625"/>
            </a:xfrm>
            <a:custGeom>
              <a:avLst/>
              <a:gdLst/>
              <a:ahLst/>
              <a:cxnLst/>
              <a:rect l="l" t="t" r="r" b="b"/>
              <a:pathLst>
                <a:path w="2180" h="2156" extrusionOk="0">
                  <a:moveTo>
                    <a:pt x="1084" y="0"/>
                  </a:moveTo>
                  <a:cubicBezTo>
                    <a:pt x="489" y="0"/>
                    <a:pt x="1" y="488"/>
                    <a:pt x="1" y="1084"/>
                  </a:cubicBezTo>
                  <a:cubicBezTo>
                    <a:pt x="1" y="1322"/>
                    <a:pt x="72" y="1548"/>
                    <a:pt x="215" y="1739"/>
                  </a:cubicBezTo>
                  <a:cubicBezTo>
                    <a:pt x="250" y="1780"/>
                    <a:pt x="300" y="1806"/>
                    <a:pt x="351" y="1806"/>
                  </a:cubicBezTo>
                  <a:cubicBezTo>
                    <a:pt x="387" y="1806"/>
                    <a:pt x="423" y="1792"/>
                    <a:pt x="453" y="1762"/>
                  </a:cubicBezTo>
                  <a:cubicBezTo>
                    <a:pt x="537" y="1715"/>
                    <a:pt x="549" y="1608"/>
                    <a:pt x="489" y="1524"/>
                  </a:cubicBezTo>
                  <a:cubicBezTo>
                    <a:pt x="382" y="1393"/>
                    <a:pt x="334" y="1250"/>
                    <a:pt x="334" y="1084"/>
                  </a:cubicBezTo>
                  <a:cubicBezTo>
                    <a:pt x="334" y="679"/>
                    <a:pt x="668" y="334"/>
                    <a:pt x="1084" y="334"/>
                  </a:cubicBezTo>
                  <a:cubicBezTo>
                    <a:pt x="1489" y="334"/>
                    <a:pt x="1823" y="667"/>
                    <a:pt x="1823" y="1084"/>
                  </a:cubicBezTo>
                  <a:cubicBezTo>
                    <a:pt x="1823" y="1334"/>
                    <a:pt x="1703" y="1560"/>
                    <a:pt x="1501" y="1691"/>
                  </a:cubicBezTo>
                  <a:cubicBezTo>
                    <a:pt x="1489" y="1691"/>
                    <a:pt x="1489" y="1715"/>
                    <a:pt x="1465" y="1715"/>
                  </a:cubicBezTo>
                  <a:lnTo>
                    <a:pt x="1453" y="1715"/>
                  </a:lnTo>
                  <a:lnTo>
                    <a:pt x="1442" y="1727"/>
                  </a:lnTo>
                  <a:lnTo>
                    <a:pt x="1430" y="1727"/>
                  </a:lnTo>
                  <a:cubicBezTo>
                    <a:pt x="1406" y="1727"/>
                    <a:pt x="1406" y="1739"/>
                    <a:pt x="1394" y="1739"/>
                  </a:cubicBezTo>
                  <a:cubicBezTo>
                    <a:pt x="1382" y="1739"/>
                    <a:pt x="1382" y="1751"/>
                    <a:pt x="1370" y="1751"/>
                  </a:cubicBezTo>
                  <a:lnTo>
                    <a:pt x="1346" y="1751"/>
                  </a:lnTo>
                  <a:cubicBezTo>
                    <a:pt x="1346" y="1751"/>
                    <a:pt x="1334" y="1751"/>
                    <a:pt x="1334" y="1774"/>
                  </a:cubicBezTo>
                  <a:lnTo>
                    <a:pt x="1322" y="1774"/>
                  </a:lnTo>
                  <a:cubicBezTo>
                    <a:pt x="1311" y="1774"/>
                    <a:pt x="1311" y="1774"/>
                    <a:pt x="1287" y="1786"/>
                  </a:cubicBezTo>
                  <a:cubicBezTo>
                    <a:pt x="1275" y="1786"/>
                    <a:pt x="1275" y="1786"/>
                    <a:pt x="1263" y="1798"/>
                  </a:cubicBezTo>
                  <a:lnTo>
                    <a:pt x="834" y="1798"/>
                  </a:lnTo>
                  <a:cubicBezTo>
                    <a:pt x="811" y="1798"/>
                    <a:pt x="811" y="1798"/>
                    <a:pt x="799" y="1786"/>
                  </a:cubicBezTo>
                  <a:cubicBezTo>
                    <a:pt x="787" y="1786"/>
                    <a:pt x="787" y="1786"/>
                    <a:pt x="775" y="1774"/>
                  </a:cubicBezTo>
                  <a:lnTo>
                    <a:pt x="751" y="1774"/>
                  </a:lnTo>
                  <a:cubicBezTo>
                    <a:pt x="732" y="1766"/>
                    <a:pt x="712" y="1762"/>
                    <a:pt x="691" y="1762"/>
                  </a:cubicBezTo>
                  <a:cubicBezTo>
                    <a:pt x="623" y="1762"/>
                    <a:pt x="555" y="1805"/>
                    <a:pt x="537" y="1870"/>
                  </a:cubicBezTo>
                  <a:cubicBezTo>
                    <a:pt x="501" y="1965"/>
                    <a:pt x="549" y="2072"/>
                    <a:pt x="632" y="2096"/>
                  </a:cubicBezTo>
                  <a:lnTo>
                    <a:pt x="656" y="2096"/>
                  </a:lnTo>
                  <a:cubicBezTo>
                    <a:pt x="668" y="2096"/>
                    <a:pt x="680" y="2108"/>
                    <a:pt x="691" y="2108"/>
                  </a:cubicBezTo>
                  <a:cubicBezTo>
                    <a:pt x="715" y="2108"/>
                    <a:pt x="727" y="2132"/>
                    <a:pt x="739" y="2132"/>
                  </a:cubicBezTo>
                  <a:lnTo>
                    <a:pt x="751" y="2132"/>
                  </a:lnTo>
                  <a:cubicBezTo>
                    <a:pt x="775" y="2132"/>
                    <a:pt x="787" y="2132"/>
                    <a:pt x="787" y="2143"/>
                  </a:cubicBezTo>
                  <a:lnTo>
                    <a:pt x="799" y="2143"/>
                  </a:lnTo>
                  <a:cubicBezTo>
                    <a:pt x="811" y="2143"/>
                    <a:pt x="834" y="2143"/>
                    <a:pt x="846" y="2155"/>
                  </a:cubicBezTo>
                  <a:lnTo>
                    <a:pt x="1156" y="2155"/>
                  </a:lnTo>
                  <a:cubicBezTo>
                    <a:pt x="1168" y="2155"/>
                    <a:pt x="1180" y="2155"/>
                    <a:pt x="1203" y="2143"/>
                  </a:cubicBezTo>
                  <a:lnTo>
                    <a:pt x="1215" y="2143"/>
                  </a:lnTo>
                  <a:cubicBezTo>
                    <a:pt x="1227" y="2143"/>
                    <a:pt x="1239" y="2143"/>
                    <a:pt x="1239" y="2132"/>
                  </a:cubicBezTo>
                  <a:lnTo>
                    <a:pt x="1263" y="2132"/>
                  </a:lnTo>
                  <a:cubicBezTo>
                    <a:pt x="1275" y="2132"/>
                    <a:pt x="1287" y="2108"/>
                    <a:pt x="1299" y="2108"/>
                  </a:cubicBezTo>
                  <a:cubicBezTo>
                    <a:pt x="1322" y="2108"/>
                    <a:pt x="1334" y="2096"/>
                    <a:pt x="1346" y="2096"/>
                  </a:cubicBezTo>
                  <a:lnTo>
                    <a:pt x="1358" y="2096"/>
                  </a:lnTo>
                  <a:cubicBezTo>
                    <a:pt x="1382" y="2096"/>
                    <a:pt x="1382" y="2084"/>
                    <a:pt x="1394" y="2084"/>
                  </a:cubicBezTo>
                  <a:lnTo>
                    <a:pt x="1406" y="2084"/>
                  </a:lnTo>
                  <a:cubicBezTo>
                    <a:pt x="1418" y="2084"/>
                    <a:pt x="1442" y="2072"/>
                    <a:pt x="1453" y="2072"/>
                  </a:cubicBezTo>
                  <a:cubicBezTo>
                    <a:pt x="1465" y="2072"/>
                    <a:pt x="1477" y="2048"/>
                    <a:pt x="1501" y="2048"/>
                  </a:cubicBezTo>
                  <a:lnTo>
                    <a:pt x="1513" y="2048"/>
                  </a:lnTo>
                  <a:cubicBezTo>
                    <a:pt x="1525" y="2048"/>
                    <a:pt x="1525" y="2036"/>
                    <a:pt x="1537" y="2036"/>
                  </a:cubicBezTo>
                  <a:lnTo>
                    <a:pt x="1561" y="2036"/>
                  </a:lnTo>
                  <a:cubicBezTo>
                    <a:pt x="1573" y="2024"/>
                    <a:pt x="1584" y="2024"/>
                    <a:pt x="1596" y="2012"/>
                  </a:cubicBezTo>
                  <a:cubicBezTo>
                    <a:pt x="1894" y="1798"/>
                    <a:pt x="2073" y="1465"/>
                    <a:pt x="2073" y="1096"/>
                  </a:cubicBezTo>
                  <a:cubicBezTo>
                    <a:pt x="2180" y="488"/>
                    <a:pt x="1692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8376;p14">
            <a:extLst>
              <a:ext uri="{FF2B5EF4-FFF2-40B4-BE49-F238E27FC236}">
                <a16:creationId xmlns:a16="http://schemas.microsoft.com/office/drawing/2014/main" id="{8E5B565B-14AE-4FEC-B27E-4E2F0C1A26AA}"/>
              </a:ext>
            </a:extLst>
          </p:cNvPr>
          <p:cNvGrpSpPr/>
          <p:nvPr/>
        </p:nvGrpSpPr>
        <p:grpSpPr>
          <a:xfrm>
            <a:off x="7842665" y="3835657"/>
            <a:ext cx="373185" cy="302466"/>
            <a:chOff x="5220616" y="2791061"/>
            <a:chExt cx="373185" cy="302466"/>
          </a:xfrm>
          <a:solidFill>
            <a:schemeClr val="bg1"/>
          </a:solidFill>
        </p:grpSpPr>
        <p:sp>
          <p:nvSpPr>
            <p:cNvPr id="131" name="Google Shape;8377;p14">
              <a:extLst>
                <a:ext uri="{FF2B5EF4-FFF2-40B4-BE49-F238E27FC236}">
                  <a16:creationId xmlns:a16="http://schemas.microsoft.com/office/drawing/2014/main" id="{794340E2-07D6-444B-93FC-D879E1B007A8}"/>
                </a:ext>
              </a:extLst>
            </p:cNvPr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" name="Google Shape;8378;p14">
              <a:extLst>
                <a:ext uri="{FF2B5EF4-FFF2-40B4-BE49-F238E27FC236}">
                  <a16:creationId xmlns:a16="http://schemas.microsoft.com/office/drawing/2014/main" id="{E7F4E8BB-5530-430D-8CBF-99E615ABA885}"/>
                </a:ext>
              </a:extLst>
            </p:cNvPr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" name="Google Shape;8379;p14">
              <a:extLst>
                <a:ext uri="{FF2B5EF4-FFF2-40B4-BE49-F238E27FC236}">
                  <a16:creationId xmlns:a16="http://schemas.microsoft.com/office/drawing/2014/main" id="{52A975BD-882B-40B1-B57F-800968B6CC54}"/>
                </a:ext>
              </a:extLst>
            </p:cNvPr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8380;p14">
              <a:extLst>
                <a:ext uri="{FF2B5EF4-FFF2-40B4-BE49-F238E27FC236}">
                  <a16:creationId xmlns:a16="http://schemas.microsoft.com/office/drawing/2014/main" id="{D3F25D76-786F-4FD9-894C-165FE8C3D183}"/>
                </a:ext>
              </a:extLst>
            </p:cNvPr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" name="Google Shape;8381;p14">
              <a:extLst>
                <a:ext uri="{FF2B5EF4-FFF2-40B4-BE49-F238E27FC236}">
                  <a16:creationId xmlns:a16="http://schemas.microsoft.com/office/drawing/2014/main" id="{50A90DD5-9C0E-4A92-B1CE-13A7EC39C3CC}"/>
                </a:ext>
              </a:extLst>
            </p:cNvPr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" name="Google Shape;8382;p14">
              <a:extLst>
                <a:ext uri="{FF2B5EF4-FFF2-40B4-BE49-F238E27FC236}">
                  <a16:creationId xmlns:a16="http://schemas.microsoft.com/office/drawing/2014/main" id="{058E4756-5E73-4D19-BED6-FC462AD021AF}"/>
                </a:ext>
              </a:extLst>
            </p:cNvPr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" name="Google Shape;8383;p14">
              <a:extLst>
                <a:ext uri="{FF2B5EF4-FFF2-40B4-BE49-F238E27FC236}">
                  <a16:creationId xmlns:a16="http://schemas.microsoft.com/office/drawing/2014/main" id="{DA04B85C-8BF3-47D1-92DB-144FF77A1A73}"/>
                </a:ext>
              </a:extLst>
            </p:cNvPr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" name="Google Shape;8384;p14">
              <a:extLst>
                <a:ext uri="{FF2B5EF4-FFF2-40B4-BE49-F238E27FC236}">
                  <a16:creationId xmlns:a16="http://schemas.microsoft.com/office/drawing/2014/main" id="{E081D632-3F55-4583-9219-B8955F569D23}"/>
                </a:ext>
              </a:extLst>
            </p:cNvPr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" name="Google Shape;8385;p14">
              <a:extLst>
                <a:ext uri="{FF2B5EF4-FFF2-40B4-BE49-F238E27FC236}">
                  <a16:creationId xmlns:a16="http://schemas.microsoft.com/office/drawing/2014/main" id="{D88F217F-4EA1-406B-9192-19E2E1EFD3D8}"/>
                </a:ext>
              </a:extLst>
            </p:cNvPr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" name="Google Shape;8386;p14">
              <a:extLst>
                <a:ext uri="{FF2B5EF4-FFF2-40B4-BE49-F238E27FC236}">
                  <a16:creationId xmlns:a16="http://schemas.microsoft.com/office/drawing/2014/main" id="{F497874A-B09B-41CA-A426-78DAEAB776C3}"/>
                </a:ext>
              </a:extLst>
            </p:cNvPr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" name="Google Shape;8387;p14">
              <a:extLst>
                <a:ext uri="{FF2B5EF4-FFF2-40B4-BE49-F238E27FC236}">
                  <a16:creationId xmlns:a16="http://schemas.microsoft.com/office/drawing/2014/main" id="{7279CDC4-3C08-4936-B2A5-9F007D98874F}"/>
                </a:ext>
              </a:extLst>
            </p:cNvPr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" name="Google Shape;8388;p14">
              <a:extLst>
                <a:ext uri="{FF2B5EF4-FFF2-40B4-BE49-F238E27FC236}">
                  <a16:creationId xmlns:a16="http://schemas.microsoft.com/office/drawing/2014/main" id="{96F8BCDA-FF60-42A6-83C8-6F2BBF776D63}"/>
                </a:ext>
              </a:extLst>
            </p:cNvPr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" name="Google Shape;8389;p14">
              <a:extLst>
                <a:ext uri="{FF2B5EF4-FFF2-40B4-BE49-F238E27FC236}">
                  <a16:creationId xmlns:a16="http://schemas.microsoft.com/office/drawing/2014/main" id="{15468D17-CC4C-4786-8655-8E95919D15A3}"/>
                </a:ext>
              </a:extLst>
            </p:cNvPr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" name="Google Shape;8390;p14">
              <a:extLst>
                <a:ext uri="{FF2B5EF4-FFF2-40B4-BE49-F238E27FC236}">
                  <a16:creationId xmlns:a16="http://schemas.microsoft.com/office/drawing/2014/main" id="{C6C81BDE-5F4E-4A32-8CFA-3768C0FB2FA5}"/>
                </a:ext>
              </a:extLst>
            </p:cNvPr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" name="Google Shape;8391;p14">
              <a:extLst>
                <a:ext uri="{FF2B5EF4-FFF2-40B4-BE49-F238E27FC236}">
                  <a16:creationId xmlns:a16="http://schemas.microsoft.com/office/drawing/2014/main" id="{C69B9F53-4663-40BC-90AA-15CAC1EFFD2D}"/>
                </a:ext>
              </a:extLst>
            </p:cNvPr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Google Shape;8392;p14">
              <a:extLst>
                <a:ext uri="{FF2B5EF4-FFF2-40B4-BE49-F238E27FC236}">
                  <a16:creationId xmlns:a16="http://schemas.microsoft.com/office/drawing/2014/main" id="{FE1EE7A8-F3FC-4A1F-946F-F2F25AF57431}"/>
                </a:ext>
              </a:extLst>
            </p:cNvPr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Google Shape;8393;p14">
              <a:extLst>
                <a:ext uri="{FF2B5EF4-FFF2-40B4-BE49-F238E27FC236}">
                  <a16:creationId xmlns:a16="http://schemas.microsoft.com/office/drawing/2014/main" id="{91A6A7BE-7240-4B52-AE50-D604D8C21E9C}"/>
                </a:ext>
              </a:extLst>
            </p:cNvPr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Google Shape;8394;p14">
              <a:extLst>
                <a:ext uri="{FF2B5EF4-FFF2-40B4-BE49-F238E27FC236}">
                  <a16:creationId xmlns:a16="http://schemas.microsoft.com/office/drawing/2014/main" id="{4596F791-C7F5-4B28-9F3B-B6CA04BF07CD}"/>
                </a:ext>
              </a:extLst>
            </p:cNvPr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9" name="Google Shape;9289;p16">
            <a:extLst>
              <a:ext uri="{FF2B5EF4-FFF2-40B4-BE49-F238E27FC236}">
                <a16:creationId xmlns:a16="http://schemas.microsoft.com/office/drawing/2014/main" id="{240866DA-1D1C-4C91-8530-04A8DE656E68}"/>
              </a:ext>
            </a:extLst>
          </p:cNvPr>
          <p:cNvGrpSpPr/>
          <p:nvPr/>
        </p:nvGrpSpPr>
        <p:grpSpPr>
          <a:xfrm>
            <a:off x="7909872" y="1764176"/>
            <a:ext cx="238770" cy="371841"/>
            <a:chOff x="2722090" y="2890162"/>
            <a:chExt cx="238770" cy="371841"/>
          </a:xfrm>
          <a:solidFill>
            <a:schemeClr val="bg1"/>
          </a:solidFill>
        </p:grpSpPr>
        <p:sp>
          <p:nvSpPr>
            <p:cNvPr id="150" name="Google Shape;9290;p16">
              <a:extLst>
                <a:ext uri="{FF2B5EF4-FFF2-40B4-BE49-F238E27FC236}">
                  <a16:creationId xmlns:a16="http://schemas.microsoft.com/office/drawing/2014/main" id="{C225B966-16B6-4CDC-9F17-955555A041BA}"/>
                </a:ext>
              </a:extLst>
            </p:cNvPr>
            <p:cNvSpPr/>
            <p:nvPr/>
          </p:nvSpPr>
          <p:spPr>
            <a:xfrm>
              <a:off x="2722090" y="2890162"/>
              <a:ext cx="238770" cy="371841"/>
            </a:xfrm>
            <a:custGeom>
              <a:avLst/>
              <a:gdLst/>
              <a:ahLst/>
              <a:cxnLst/>
              <a:rect l="l" t="t" r="r" b="b"/>
              <a:pathLst>
                <a:path w="7502" h="11683" extrusionOk="0">
                  <a:moveTo>
                    <a:pt x="3835" y="372"/>
                  </a:moveTo>
                  <a:lnTo>
                    <a:pt x="3966" y="419"/>
                  </a:lnTo>
                  <a:cubicBezTo>
                    <a:pt x="4132" y="491"/>
                    <a:pt x="4251" y="634"/>
                    <a:pt x="4347" y="848"/>
                  </a:cubicBezTo>
                  <a:cubicBezTo>
                    <a:pt x="4168" y="812"/>
                    <a:pt x="4001" y="788"/>
                    <a:pt x="3835" y="777"/>
                  </a:cubicBezTo>
                  <a:lnTo>
                    <a:pt x="3835" y="372"/>
                  </a:lnTo>
                  <a:close/>
                  <a:moveTo>
                    <a:pt x="6609" y="9135"/>
                  </a:moveTo>
                  <a:cubicBezTo>
                    <a:pt x="6716" y="9135"/>
                    <a:pt x="6799" y="9230"/>
                    <a:pt x="6799" y="9337"/>
                  </a:cubicBezTo>
                  <a:lnTo>
                    <a:pt x="6799" y="9528"/>
                  </a:lnTo>
                  <a:lnTo>
                    <a:pt x="6609" y="9528"/>
                  </a:lnTo>
                  <a:cubicBezTo>
                    <a:pt x="6513" y="9528"/>
                    <a:pt x="6442" y="9599"/>
                    <a:pt x="6442" y="9694"/>
                  </a:cubicBezTo>
                  <a:cubicBezTo>
                    <a:pt x="6442" y="9778"/>
                    <a:pt x="6513" y="9849"/>
                    <a:pt x="6609" y="9849"/>
                  </a:cubicBezTo>
                  <a:lnTo>
                    <a:pt x="6978" y="9849"/>
                  </a:lnTo>
                  <a:cubicBezTo>
                    <a:pt x="7085" y="9849"/>
                    <a:pt x="7168" y="9944"/>
                    <a:pt x="7168" y="10040"/>
                  </a:cubicBezTo>
                  <a:lnTo>
                    <a:pt x="7168" y="11147"/>
                  </a:lnTo>
                  <a:cubicBezTo>
                    <a:pt x="7156" y="11266"/>
                    <a:pt x="7073" y="11361"/>
                    <a:pt x="6966" y="11361"/>
                  </a:cubicBezTo>
                  <a:lnTo>
                    <a:pt x="1477" y="11361"/>
                  </a:lnTo>
                  <a:cubicBezTo>
                    <a:pt x="1370" y="11361"/>
                    <a:pt x="1275" y="11266"/>
                    <a:pt x="1275" y="11159"/>
                  </a:cubicBezTo>
                  <a:lnTo>
                    <a:pt x="1275" y="10063"/>
                  </a:lnTo>
                  <a:cubicBezTo>
                    <a:pt x="1275" y="9956"/>
                    <a:pt x="1370" y="9873"/>
                    <a:pt x="1477" y="9873"/>
                  </a:cubicBezTo>
                  <a:lnTo>
                    <a:pt x="5859" y="9873"/>
                  </a:lnTo>
                  <a:cubicBezTo>
                    <a:pt x="5954" y="9873"/>
                    <a:pt x="6025" y="9790"/>
                    <a:pt x="6025" y="9706"/>
                  </a:cubicBezTo>
                  <a:cubicBezTo>
                    <a:pt x="6025" y="9611"/>
                    <a:pt x="5954" y="9540"/>
                    <a:pt x="5859" y="9540"/>
                  </a:cubicBezTo>
                  <a:lnTo>
                    <a:pt x="1656" y="9540"/>
                  </a:lnTo>
                  <a:lnTo>
                    <a:pt x="1656" y="9337"/>
                  </a:lnTo>
                  <a:cubicBezTo>
                    <a:pt x="1656" y="9230"/>
                    <a:pt x="1739" y="9135"/>
                    <a:pt x="1846" y="9135"/>
                  </a:cubicBezTo>
                  <a:close/>
                  <a:moveTo>
                    <a:pt x="3739" y="1"/>
                  </a:moveTo>
                  <a:cubicBezTo>
                    <a:pt x="3703" y="1"/>
                    <a:pt x="3678" y="3"/>
                    <a:pt x="3668" y="3"/>
                  </a:cubicBezTo>
                  <a:cubicBezTo>
                    <a:pt x="3585" y="15"/>
                    <a:pt x="3513" y="74"/>
                    <a:pt x="3513" y="157"/>
                  </a:cubicBezTo>
                  <a:lnTo>
                    <a:pt x="3513" y="729"/>
                  </a:lnTo>
                  <a:cubicBezTo>
                    <a:pt x="3438" y="725"/>
                    <a:pt x="3373" y="724"/>
                    <a:pt x="3319" y="724"/>
                  </a:cubicBezTo>
                  <a:cubicBezTo>
                    <a:pt x="3210" y="724"/>
                    <a:pt x="3144" y="729"/>
                    <a:pt x="3120" y="729"/>
                  </a:cubicBezTo>
                  <a:cubicBezTo>
                    <a:pt x="3037" y="729"/>
                    <a:pt x="2954" y="812"/>
                    <a:pt x="2954" y="908"/>
                  </a:cubicBezTo>
                  <a:cubicBezTo>
                    <a:pt x="2954" y="991"/>
                    <a:pt x="3049" y="1074"/>
                    <a:pt x="3132" y="1074"/>
                  </a:cubicBezTo>
                  <a:cubicBezTo>
                    <a:pt x="3135" y="1074"/>
                    <a:pt x="3172" y="1073"/>
                    <a:pt x="3236" y="1073"/>
                  </a:cubicBezTo>
                  <a:cubicBezTo>
                    <a:pt x="3649" y="1073"/>
                    <a:pt x="5188" y="1135"/>
                    <a:pt x="6156" y="2062"/>
                  </a:cubicBezTo>
                  <a:cubicBezTo>
                    <a:pt x="6704" y="2586"/>
                    <a:pt x="6978" y="3301"/>
                    <a:pt x="6978" y="4194"/>
                  </a:cubicBezTo>
                  <a:cubicBezTo>
                    <a:pt x="6978" y="5158"/>
                    <a:pt x="6764" y="5753"/>
                    <a:pt x="6549" y="6408"/>
                  </a:cubicBezTo>
                  <a:cubicBezTo>
                    <a:pt x="6323" y="7063"/>
                    <a:pt x="6085" y="7742"/>
                    <a:pt x="6073" y="8778"/>
                  </a:cubicBezTo>
                  <a:lnTo>
                    <a:pt x="2120" y="8778"/>
                  </a:lnTo>
                  <a:cubicBezTo>
                    <a:pt x="2084" y="8694"/>
                    <a:pt x="2025" y="8492"/>
                    <a:pt x="2025" y="8218"/>
                  </a:cubicBezTo>
                  <a:cubicBezTo>
                    <a:pt x="2025" y="7766"/>
                    <a:pt x="2299" y="6730"/>
                    <a:pt x="4168" y="4860"/>
                  </a:cubicBezTo>
                  <a:cubicBezTo>
                    <a:pt x="4227" y="4801"/>
                    <a:pt x="4227" y="4729"/>
                    <a:pt x="4192" y="4658"/>
                  </a:cubicBezTo>
                  <a:cubicBezTo>
                    <a:pt x="4157" y="4606"/>
                    <a:pt x="4109" y="4573"/>
                    <a:pt x="4058" y="4573"/>
                  </a:cubicBezTo>
                  <a:cubicBezTo>
                    <a:pt x="4040" y="4573"/>
                    <a:pt x="4020" y="4577"/>
                    <a:pt x="4001" y="4587"/>
                  </a:cubicBezTo>
                  <a:cubicBezTo>
                    <a:pt x="4001" y="4587"/>
                    <a:pt x="3902" y="4611"/>
                    <a:pt x="3741" y="4611"/>
                  </a:cubicBezTo>
                  <a:cubicBezTo>
                    <a:pt x="3530" y="4611"/>
                    <a:pt x="3214" y="4569"/>
                    <a:pt x="2882" y="4372"/>
                  </a:cubicBezTo>
                  <a:cubicBezTo>
                    <a:pt x="2803" y="4328"/>
                    <a:pt x="2715" y="4306"/>
                    <a:pt x="2627" y="4306"/>
                  </a:cubicBezTo>
                  <a:cubicBezTo>
                    <a:pt x="2503" y="4306"/>
                    <a:pt x="2379" y="4348"/>
                    <a:pt x="2275" y="4432"/>
                  </a:cubicBezTo>
                  <a:cubicBezTo>
                    <a:pt x="2058" y="4611"/>
                    <a:pt x="1655" y="4842"/>
                    <a:pt x="1053" y="4842"/>
                  </a:cubicBezTo>
                  <a:cubicBezTo>
                    <a:pt x="895" y="4842"/>
                    <a:pt x="723" y="4826"/>
                    <a:pt x="537" y="4789"/>
                  </a:cubicBezTo>
                  <a:lnTo>
                    <a:pt x="382" y="4075"/>
                  </a:lnTo>
                  <a:lnTo>
                    <a:pt x="2156" y="2301"/>
                  </a:lnTo>
                  <a:cubicBezTo>
                    <a:pt x="2180" y="2277"/>
                    <a:pt x="2203" y="2229"/>
                    <a:pt x="2203" y="2193"/>
                  </a:cubicBezTo>
                  <a:lnTo>
                    <a:pt x="2203" y="1967"/>
                  </a:lnTo>
                  <a:cubicBezTo>
                    <a:pt x="2203" y="1860"/>
                    <a:pt x="2275" y="1789"/>
                    <a:pt x="2382" y="1777"/>
                  </a:cubicBezTo>
                  <a:cubicBezTo>
                    <a:pt x="2501" y="1764"/>
                    <a:pt x="2692" y="1750"/>
                    <a:pt x="2929" y="1750"/>
                  </a:cubicBezTo>
                  <a:cubicBezTo>
                    <a:pt x="3355" y="1750"/>
                    <a:pt x="3928" y="1796"/>
                    <a:pt x="4501" y="1979"/>
                  </a:cubicBezTo>
                  <a:cubicBezTo>
                    <a:pt x="4522" y="1987"/>
                    <a:pt x="4544" y="1991"/>
                    <a:pt x="4565" y="1991"/>
                  </a:cubicBezTo>
                  <a:cubicBezTo>
                    <a:pt x="4639" y="1991"/>
                    <a:pt x="4706" y="1943"/>
                    <a:pt x="4716" y="1860"/>
                  </a:cubicBezTo>
                  <a:cubicBezTo>
                    <a:pt x="4739" y="1777"/>
                    <a:pt x="4704" y="1670"/>
                    <a:pt x="4597" y="1658"/>
                  </a:cubicBezTo>
                  <a:cubicBezTo>
                    <a:pt x="3956" y="1457"/>
                    <a:pt x="3315" y="1408"/>
                    <a:pt x="2856" y="1408"/>
                  </a:cubicBezTo>
                  <a:cubicBezTo>
                    <a:pt x="2632" y="1408"/>
                    <a:pt x="2451" y="1420"/>
                    <a:pt x="2334" y="1431"/>
                  </a:cubicBezTo>
                  <a:cubicBezTo>
                    <a:pt x="2049" y="1455"/>
                    <a:pt x="1846" y="1681"/>
                    <a:pt x="1846" y="1967"/>
                  </a:cubicBezTo>
                  <a:lnTo>
                    <a:pt x="1846" y="2110"/>
                  </a:lnTo>
                  <a:lnTo>
                    <a:pt x="60" y="3896"/>
                  </a:lnTo>
                  <a:cubicBezTo>
                    <a:pt x="13" y="3944"/>
                    <a:pt x="1" y="4003"/>
                    <a:pt x="13" y="4051"/>
                  </a:cubicBezTo>
                  <a:lnTo>
                    <a:pt x="191" y="4956"/>
                  </a:lnTo>
                  <a:cubicBezTo>
                    <a:pt x="203" y="5015"/>
                    <a:pt x="251" y="5075"/>
                    <a:pt x="310" y="5087"/>
                  </a:cubicBezTo>
                  <a:cubicBezTo>
                    <a:pt x="569" y="5151"/>
                    <a:pt x="806" y="5178"/>
                    <a:pt x="1022" y="5178"/>
                  </a:cubicBezTo>
                  <a:cubicBezTo>
                    <a:pt x="1722" y="5178"/>
                    <a:pt x="2199" y="4897"/>
                    <a:pt x="2453" y="4706"/>
                  </a:cubicBezTo>
                  <a:cubicBezTo>
                    <a:pt x="2497" y="4669"/>
                    <a:pt x="2550" y="4655"/>
                    <a:pt x="2598" y="4655"/>
                  </a:cubicBezTo>
                  <a:cubicBezTo>
                    <a:pt x="2628" y="4655"/>
                    <a:pt x="2657" y="4661"/>
                    <a:pt x="2680" y="4670"/>
                  </a:cubicBezTo>
                  <a:cubicBezTo>
                    <a:pt x="3001" y="4872"/>
                    <a:pt x="3335" y="4932"/>
                    <a:pt x="3573" y="4944"/>
                  </a:cubicBezTo>
                  <a:cubicBezTo>
                    <a:pt x="1977" y="6611"/>
                    <a:pt x="1632" y="7635"/>
                    <a:pt x="1632" y="8218"/>
                  </a:cubicBezTo>
                  <a:cubicBezTo>
                    <a:pt x="1632" y="8456"/>
                    <a:pt x="1680" y="8647"/>
                    <a:pt x="1727" y="8778"/>
                  </a:cubicBezTo>
                  <a:cubicBezTo>
                    <a:pt x="1465" y="8825"/>
                    <a:pt x="1275" y="9051"/>
                    <a:pt x="1275" y="9313"/>
                  </a:cubicBezTo>
                  <a:lnTo>
                    <a:pt x="1275" y="9540"/>
                  </a:lnTo>
                  <a:cubicBezTo>
                    <a:pt x="1072" y="9611"/>
                    <a:pt x="906" y="9801"/>
                    <a:pt x="906" y="10040"/>
                  </a:cubicBezTo>
                  <a:lnTo>
                    <a:pt x="906" y="11147"/>
                  </a:lnTo>
                  <a:cubicBezTo>
                    <a:pt x="906" y="11445"/>
                    <a:pt x="1144" y="11683"/>
                    <a:pt x="1441" y="11683"/>
                  </a:cubicBezTo>
                  <a:lnTo>
                    <a:pt x="6930" y="11683"/>
                  </a:lnTo>
                  <a:cubicBezTo>
                    <a:pt x="7228" y="11683"/>
                    <a:pt x="7466" y="11445"/>
                    <a:pt x="7466" y="11147"/>
                  </a:cubicBezTo>
                  <a:lnTo>
                    <a:pt x="7466" y="10040"/>
                  </a:lnTo>
                  <a:cubicBezTo>
                    <a:pt x="7502" y="9825"/>
                    <a:pt x="7347" y="9611"/>
                    <a:pt x="7145" y="9551"/>
                  </a:cubicBezTo>
                  <a:lnTo>
                    <a:pt x="7145" y="9337"/>
                  </a:lnTo>
                  <a:cubicBezTo>
                    <a:pt x="7145" y="9039"/>
                    <a:pt x="6906" y="8801"/>
                    <a:pt x="6609" y="8801"/>
                  </a:cubicBezTo>
                  <a:lnTo>
                    <a:pt x="6418" y="8801"/>
                  </a:lnTo>
                  <a:cubicBezTo>
                    <a:pt x="6442" y="7801"/>
                    <a:pt x="6656" y="7158"/>
                    <a:pt x="6871" y="6527"/>
                  </a:cubicBezTo>
                  <a:cubicBezTo>
                    <a:pt x="7097" y="5896"/>
                    <a:pt x="7323" y="5229"/>
                    <a:pt x="7323" y="4206"/>
                  </a:cubicBezTo>
                  <a:cubicBezTo>
                    <a:pt x="7323" y="3229"/>
                    <a:pt x="7014" y="2420"/>
                    <a:pt x="6394" y="1824"/>
                  </a:cubicBezTo>
                  <a:cubicBezTo>
                    <a:pt x="5906" y="1372"/>
                    <a:pt x="5299" y="1098"/>
                    <a:pt x="4751" y="931"/>
                  </a:cubicBezTo>
                  <a:cubicBezTo>
                    <a:pt x="4632" y="431"/>
                    <a:pt x="4358" y="205"/>
                    <a:pt x="4156" y="98"/>
                  </a:cubicBezTo>
                  <a:cubicBezTo>
                    <a:pt x="3986" y="13"/>
                    <a:pt x="3828" y="1"/>
                    <a:pt x="3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9291;p16">
              <a:extLst>
                <a:ext uri="{FF2B5EF4-FFF2-40B4-BE49-F238E27FC236}">
                  <a16:creationId xmlns:a16="http://schemas.microsoft.com/office/drawing/2014/main" id="{9F641AD3-D910-41A3-9A0A-3EEF50260C17}"/>
                </a:ext>
              </a:extLst>
            </p:cNvPr>
            <p:cNvSpPr/>
            <p:nvPr/>
          </p:nvSpPr>
          <p:spPr>
            <a:xfrm>
              <a:off x="2882023" y="2951111"/>
              <a:ext cx="21993" cy="16837"/>
            </a:xfrm>
            <a:custGeom>
              <a:avLst/>
              <a:gdLst/>
              <a:ahLst/>
              <a:cxnLst/>
              <a:rect l="l" t="t" r="r" b="b"/>
              <a:pathLst>
                <a:path w="691" h="529" extrusionOk="0">
                  <a:moveTo>
                    <a:pt x="202" y="0"/>
                  </a:moveTo>
                  <a:cubicBezTo>
                    <a:pt x="138" y="0"/>
                    <a:pt x="81" y="30"/>
                    <a:pt x="48" y="88"/>
                  </a:cubicBezTo>
                  <a:cubicBezTo>
                    <a:pt x="0" y="183"/>
                    <a:pt x="36" y="290"/>
                    <a:pt x="119" y="338"/>
                  </a:cubicBezTo>
                  <a:cubicBezTo>
                    <a:pt x="215" y="374"/>
                    <a:pt x="298" y="433"/>
                    <a:pt x="393" y="493"/>
                  </a:cubicBezTo>
                  <a:cubicBezTo>
                    <a:pt x="417" y="517"/>
                    <a:pt x="453" y="528"/>
                    <a:pt x="476" y="528"/>
                  </a:cubicBezTo>
                  <a:cubicBezTo>
                    <a:pt x="536" y="528"/>
                    <a:pt x="584" y="493"/>
                    <a:pt x="631" y="457"/>
                  </a:cubicBezTo>
                  <a:cubicBezTo>
                    <a:pt x="691" y="362"/>
                    <a:pt x="655" y="255"/>
                    <a:pt x="584" y="195"/>
                  </a:cubicBezTo>
                  <a:cubicBezTo>
                    <a:pt x="488" y="136"/>
                    <a:pt x="393" y="76"/>
                    <a:pt x="286" y="16"/>
                  </a:cubicBezTo>
                  <a:cubicBezTo>
                    <a:pt x="257" y="6"/>
                    <a:pt x="229" y="0"/>
                    <a:pt x="2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Google Shape;9292;p16">
              <a:extLst>
                <a:ext uri="{FF2B5EF4-FFF2-40B4-BE49-F238E27FC236}">
                  <a16:creationId xmlns:a16="http://schemas.microsoft.com/office/drawing/2014/main" id="{8F98491A-5B0E-4508-AE89-1AFE709CE477}"/>
                </a:ext>
              </a:extLst>
            </p:cNvPr>
            <p:cNvSpPr/>
            <p:nvPr/>
          </p:nvSpPr>
          <p:spPr>
            <a:xfrm>
              <a:off x="2804332" y="2960341"/>
              <a:ext cx="11012" cy="15946"/>
            </a:xfrm>
            <a:custGeom>
              <a:avLst/>
              <a:gdLst/>
              <a:ahLst/>
              <a:cxnLst/>
              <a:rect l="l" t="t" r="r" b="b"/>
              <a:pathLst>
                <a:path w="346" h="501" extrusionOk="0"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84" y="500"/>
                    <a:pt x="167" y="500"/>
                  </a:cubicBezTo>
                  <a:cubicBezTo>
                    <a:pt x="262" y="500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46" y="72"/>
                    <a:pt x="274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11" name="Picture 1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366636"/>
            <a:ext cx="7790571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98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4" grpId="0"/>
      <p:bldP spid="73" grpId="0"/>
      <p:bldP spid="82" grpId="0"/>
      <p:bldP spid="87" grpId="0"/>
      <p:bldP spid="8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agrama de flujo: retraso 18">
            <a:extLst>
              <a:ext uri="{FF2B5EF4-FFF2-40B4-BE49-F238E27FC236}">
                <a16:creationId xmlns:a16="http://schemas.microsoft.com/office/drawing/2014/main" id="{4A3ADE18-0A22-416C-8586-71A8BFD70438}"/>
              </a:ext>
            </a:extLst>
          </p:cNvPr>
          <p:cNvSpPr/>
          <p:nvPr/>
        </p:nvSpPr>
        <p:spPr>
          <a:xfrm rot="16200000">
            <a:off x="1613066" y="1865607"/>
            <a:ext cx="2176662" cy="2918932"/>
          </a:xfrm>
          <a:prstGeom prst="flowChartDelay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Diagrama de flujo: retraso 22">
            <a:extLst>
              <a:ext uri="{FF2B5EF4-FFF2-40B4-BE49-F238E27FC236}">
                <a16:creationId xmlns:a16="http://schemas.microsoft.com/office/drawing/2014/main" id="{BA4BC84A-19A1-4CC1-BCD2-93F60E7504BA}"/>
              </a:ext>
            </a:extLst>
          </p:cNvPr>
          <p:cNvSpPr/>
          <p:nvPr/>
        </p:nvSpPr>
        <p:spPr>
          <a:xfrm rot="16200000">
            <a:off x="5358776" y="1875461"/>
            <a:ext cx="2176662" cy="2927938"/>
          </a:xfrm>
          <a:prstGeom prst="flowChartDelay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E9234C3-7AF8-420E-B70F-1E48EA82242F}"/>
              </a:ext>
            </a:extLst>
          </p:cNvPr>
          <p:cNvSpPr/>
          <p:nvPr/>
        </p:nvSpPr>
        <p:spPr>
          <a:xfrm>
            <a:off x="5712287" y="129050"/>
            <a:ext cx="786938" cy="78693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35F0E29-6517-42E3-8EB1-B4A2DA9B21F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45600" y="3239150"/>
            <a:ext cx="2915263" cy="392482"/>
          </a:xfrm>
          <a:ln>
            <a:noFill/>
          </a:ln>
        </p:spPr>
        <p:txBody>
          <a:bodyPr anchor="ctr"/>
          <a:lstStyle/>
          <a:p>
            <a:r>
              <a:rPr lang="es-ES" dirty="0" smtClean="0"/>
              <a:t>SCRUM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D0B07A-C354-4D61-A3CD-09769E59B276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989476" y="3239150"/>
            <a:ext cx="2915263" cy="392482"/>
          </a:xfrm>
          <a:ln>
            <a:noFill/>
          </a:ln>
        </p:spPr>
        <p:txBody>
          <a:bodyPr anchor="ctr"/>
          <a:lstStyle/>
          <a:p>
            <a:r>
              <a:rPr lang="es-ES" dirty="0" smtClean="0"/>
              <a:t>XP Programming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6BEEEB-216C-4BCD-83E5-7721A7D17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Autofit/>
          </a:bodyPr>
          <a:lstStyle/>
          <a:p>
            <a:r>
              <a:rPr lang="es-ES" dirty="0" err="1" smtClean="0"/>
              <a:t>Methodology</a:t>
            </a:r>
            <a:r>
              <a:rPr lang="es-ES" dirty="0" smtClean="0"/>
              <a:t> </a:t>
            </a:r>
            <a:r>
              <a:rPr lang="es-ES" dirty="0" err="1" smtClean="0"/>
              <a:t>Used</a:t>
            </a:r>
            <a:endParaRPr lang="en-US" dirty="0"/>
          </a:p>
        </p:txBody>
      </p:sp>
      <p:pic>
        <p:nvPicPr>
          <p:cNvPr id="9" name="Picture Placeholder 9">
            <a:extLst>
              <a:ext uri="{FF2B5EF4-FFF2-40B4-BE49-F238E27FC236}">
                <a16:creationId xmlns:a16="http://schemas.microsoft.com/office/drawing/2014/main" id="{8BFAE050-4F4C-4C5C-98D4-9C156EA1836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4" r="14894"/>
          <a:stretch/>
        </p:blipFill>
        <p:spPr>
          <a:xfrm>
            <a:off x="5772258" y="1746153"/>
            <a:ext cx="1349698" cy="1282046"/>
          </a:xfrm>
          <a:prstGeom prst="ellipse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95739" y="948813"/>
            <a:ext cx="67833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followed the </a:t>
            </a:r>
            <a:r>
              <a:rPr lang="en-US" sz="1400" b="1" dirty="0"/>
              <a:t>Agile methodology</a:t>
            </a:r>
            <a:r>
              <a:rPr lang="en-US" sz="1400" dirty="0"/>
              <a:t> to ensure </a:t>
            </a:r>
            <a:r>
              <a:rPr lang="en-US" sz="1400" b="1" dirty="0"/>
              <a:t>flexibility, continuous improvement, and stakeholder collaboration</a:t>
            </a:r>
            <a:r>
              <a:rPr lang="en-US" sz="1400" dirty="0"/>
              <a:t> throughout the development of the </a:t>
            </a:r>
            <a:r>
              <a:rPr lang="en-US" sz="1400" b="1" dirty="0"/>
              <a:t>QR-based attendance system</a:t>
            </a:r>
            <a:r>
              <a:rPr lang="en-US" sz="1400" dirty="0"/>
              <a:t>. Below is how we implemented Agile principles in our project.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596" y="1746153"/>
            <a:ext cx="1437728" cy="135452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46832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18" grpId="0" animBg="1"/>
      <p:bldP spid="14" grpId="0" build="p"/>
      <p:bldP spid="1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8F57F800-C2F0-4C4C-8553-6420C43492B4}"/>
              </a:ext>
            </a:extLst>
          </p:cNvPr>
          <p:cNvSpPr/>
          <p:nvPr/>
        </p:nvSpPr>
        <p:spPr>
          <a:xfrm>
            <a:off x="5712287" y="128194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E880D46-5EAE-45C7-BE76-5AF3DE03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843948"/>
          </a:xfrm>
        </p:spPr>
        <p:txBody>
          <a:bodyPr>
            <a:noAutofit/>
          </a:bodyPr>
          <a:lstStyle/>
          <a:p>
            <a:r>
              <a:rPr lang="en-US" sz="2000" dirty="0" smtClean="0"/>
              <a:t>How can Agile framework be integrated in our project ?</a:t>
            </a:r>
            <a:endParaRPr 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9022332" y="4639750"/>
            <a:ext cx="477176" cy="7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60020" y="1952180"/>
            <a:ext cx="2679526" cy="23406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1.dentify Agile Framework:</a:t>
            </a:r>
          </a:p>
          <a:p>
            <a:r>
              <a:rPr lang="en-US" sz="1000" b="1" dirty="0"/>
              <a:t>Scrum</a:t>
            </a:r>
            <a:r>
              <a:rPr lang="en-US" sz="1000" dirty="0"/>
              <a:t>: Used if structured </a:t>
            </a:r>
            <a:r>
              <a:rPr lang="en-US" sz="1000" b="1" dirty="0"/>
              <a:t>sprints</a:t>
            </a:r>
            <a:r>
              <a:rPr lang="en-US" sz="1000" dirty="0"/>
              <a:t> and defined roles are needed.</a:t>
            </a:r>
          </a:p>
          <a:p>
            <a:r>
              <a:rPr lang="en-US" sz="1000" b="1" dirty="0"/>
              <a:t>Kanban</a:t>
            </a:r>
            <a:r>
              <a:rPr lang="en-US" sz="1000" dirty="0"/>
              <a:t>: Used for </a:t>
            </a:r>
            <a:r>
              <a:rPr lang="en-US" sz="1000" b="1" dirty="0"/>
              <a:t>continuous workflow and task visualization</a:t>
            </a:r>
            <a:endParaRPr lang="en-US" sz="1000" dirty="0"/>
          </a:p>
        </p:txBody>
      </p:sp>
      <p:sp>
        <p:nvSpPr>
          <p:cNvPr id="21" name="Oval 20"/>
          <p:cNvSpPr/>
          <p:nvPr/>
        </p:nvSpPr>
        <p:spPr>
          <a:xfrm>
            <a:off x="6229089" y="1889234"/>
            <a:ext cx="2679526" cy="23406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3.Implement Agile Iterations</a:t>
            </a:r>
          </a:p>
          <a:p>
            <a:r>
              <a:rPr lang="en-US" sz="800" b="1" dirty="0"/>
              <a:t>Sprint Planning:</a:t>
            </a:r>
            <a:endParaRPr lang="en-US" sz="800" dirty="0"/>
          </a:p>
          <a:p>
            <a:pPr lvl="1"/>
            <a:r>
              <a:rPr lang="en-US" sz="800" b="1" dirty="0"/>
              <a:t>Sprint 1:</a:t>
            </a:r>
            <a:r>
              <a:rPr lang="en-US" sz="800" dirty="0"/>
              <a:t> Develop QR Code generation &amp; scanning.</a:t>
            </a:r>
          </a:p>
          <a:p>
            <a:pPr lvl="1"/>
            <a:r>
              <a:rPr lang="en-US" sz="800" b="1" dirty="0"/>
              <a:t>Sprint 2:</a:t>
            </a:r>
            <a:r>
              <a:rPr lang="en-US" sz="800" dirty="0"/>
              <a:t> Integrate database &amp; store attendance data.</a:t>
            </a:r>
          </a:p>
          <a:p>
            <a:pPr lvl="1"/>
            <a:r>
              <a:rPr lang="en-US" sz="800" b="1" dirty="0"/>
              <a:t>Sprint 3:</a:t>
            </a:r>
            <a:r>
              <a:rPr lang="en-US" sz="800" dirty="0"/>
              <a:t> Build attendance reports &amp; admin dashboard.</a:t>
            </a:r>
          </a:p>
          <a:p>
            <a:pPr lvl="1"/>
            <a:r>
              <a:rPr lang="en-US" sz="800" b="1" dirty="0"/>
              <a:t>Sprint 4:</a:t>
            </a:r>
            <a:r>
              <a:rPr lang="en-US" sz="800" dirty="0"/>
              <a:t> Improve UI and add security features.</a:t>
            </a:r>
          </a:p>
          <a:p>
            <a:r>
              <a:rPr lang="en-US" sz="800" b="1" dirty="0"/>
              <a:t>Daily Stand-ups:</a:t>
            </a:r>
            <a:r>
              <a:rPr lang="en-US" sz="800" dirty="0"/>
              <a:t> Track team progress and remove blockers.</a:t>
            </a:r>
          </a:p>
        </p:txBody>
      </p:sp>
      <p:sp>
        <p:nvSpPr>
          <p:cNvPr id="22" name="Oval 21"/>
          <p:cNvSpPr/>
          <p:nvPr/>
        </p:nvSpPr>
        <p:spPr>
          <a:xfrm>
            <a:off x="3232237" y="1952180"/>
            <a:ext cx="2679526" cy="23406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900" b="1" dirty="0"/>
              <a:t>2.Set Up Agile Workflow</a:t>
            </a:r>
          </a:p>
          <a:p>
            <a:pPr algn="just"/>
            <a:r>
              <a:rPr lang="en-US" sz="700" b="1" dirty="0"/>
              <a:t>Define Roles:</a:t>
            </a:r>
            <a:endParaRPr lang="en-US" sz="700" dirty="0"/>
          </a:p>
          <a:p>
            <a:pPr lvl="1" algn="just"/>
            <a:r>
              <a:rPr lang="en-US" sz="700" b="1" dirty="0"/>
              <a:t>Product Owner:</a:t>
            </a:r>
            <a:r>
              <a:rPr lang="en-US" sz="700" dirty="0"/>
              <a:t> Manages backlog and priorities.</a:t>
            </a:r>
          </a:p>
          <a:p>
            <a:pPr lvl="1" algn="just"/>
            <a:r>
              <a:rPr lang="en-US" sz="700" b="1" dirty="0"/>
              <a:t>Scrum Master:</a:t>
            </a:r>
            <a:r>
              <a:rPr lang="en-US" sz="700" dirty="0"/>
              <a:t> Ensures Agile practices are followed.</a:t>
            </a:r>
          </a:p>
          <a:p>
            <a:pPr lvl="1" algn="just"/>
            <a:r>
              <a:rPr lang="en-US" sz="700" b="1" dirty="0"/>
              <a:t>Development Team:</a:t>
            </a:r>
            <a:r>
              <a:rPr lang="en-US" sz="700" dirty="0"/>
              <a:t> Codes, tests, and delivers features.</a:t>
            </a:r>
          </a:p>
          <a:p>
            <a:pPr algn="just"/>
            <a:r>
              <a:rPr lang="en-US" sz="700" b="1" dirty="0"/>
              <a:t>Break Down the Project into User Stories:</a:t>
            </a:r>
            <a:endParaRPr lang="en-US" sz="700" dirty="0"/>
          </a:p>
          <a:p>
            <a:pPr lvl="1" algn="just"/>
            <a:r>
              <a:rPr lang="en-US" sz="700" dirty="0"/>
              <a:t>"As a </a:t>
            </a:r>
            <a:r>
              <a:rPr lang="en-US" sz="700" b="1" dirty="0"/>
              <a:t>teacher</a:t>
            </a:r>
            <a:r>
              <a:rPr lang="en-US" sz="700" dirty="0"/>
              <a:t>, I want to generate QR codes for attendance."</a:t>
            </a:r>
          </a:p>
          <a:p>
            <a:pPr lvl="1" algn="just"/>
            <a:r>
              <a:rPr lang="en-US" sz="700" dirty="0"/>
              <a:t>"As a </a:t>
            </a:r>
            <a:r>
              <a:rPr lang="en-US" sz="700" b="1" dirty="0"/>
              <a:t>student</a:t>
            </a:r>
            <a:r>
              <a:rPr lang="en-US" sz="700" dirty="0"/>
              <a:t>, I want to scan QR codes to record attendance."</a:t>
            </a:r>
          </a:p>
          <a:p>
            <a:pPr lvl="1" algn="just"/>
            <a:r>
              <a:rPr lang="en-US" sz="700" dirty="0"/>
              <a:t>"As an </a:t>
            </a:r>
            <a:r>
              <a:rPr lang="en-US" sz="700" b="1" dirty="0"/>
              <a:t>admin</a:t>
            </a:r>
            <a:r>
              <a:rPr lang="en-US" sz="700" dirty="0"/>
              <a:t>, I want to access attendance reports."</a:t>
            </a:r>
          </a:p>
        </p:txBody>
      </p:sp>
    </p:spTree>
    <p:extLst>
      <p:ext uri="{BB962C8B-B14F-4D97-AF65-F5344CB8AC3E}">
        <p14:creationId xmlns:p14="http://schemas.microsoft.com/office/powerpoint/2010/main" val="1052544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8F57F800-C2F0-4C4C-8553-6420C43492B4}"/>
              </a:ext>
            </a:extLst>
          </p:cNvPr>
          <p:cNvSpPr/>
          <p:nvPr/>
        </p:nvSpPr>
        <p:spPr>
          <a:xfrm>
            <a:off x="5712287" y="128194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E880D46-5EAE-45C7-BE76-5AF3DE03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843948"/>
          </a:xfrm>
        </p:spPr>
        <p:txBody>
          <a:bodyPr>
            <a:noAutofit/>
          </a:bodyPr>
          <a:lstStyle/>
          <a:p>
            <a:r>
              <a:rPr lang="en-US" sz="2000" dirty="0" smtClean="0"/>
              <a:t>How can Agile framework be integrated in our project ?</a:t>
            </a:r>
            <a:endParaRPr 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9022332" y="4639750"/>
            <a:ext cx="477176" cy="7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23072" y="1949931"/>
            <a:ext cx="2205009" cy="20296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4.Continuous Testing &amp; Validation</a:t>
            </a:r>
          </a:p>
          <a:p>
            <a:r>
              <a:rPr lang="en-US" sz="1000" b="1" dirty="0"/>
              <a:t>Test-Driven Development (TDD):</a:t>
            </a:r>
            <a:r>
              <a:rPr lang="en-US" sz="1000" dirty="0"/>
              <a:t> Write tests before implementing features.</a:t>
            </a:r>
          </a:p>
          <a:p>
            <a:r>
              <a:rPr lang="en-US" sz="1000" b="1" dirty="0"/>
              <a:t>User Acceptance Testing (UAT):</a:t>
            </a:r>
            <a:r>
              <a:rPr lang="en-US" sz="1000" dirty="0"/>
              <a:t> Gather feedback from teachers and students</a:t>
            </a:r>
            <a:r>
              <a:rPr lang="en-US" sz="1000" dirty="0" smtClean="0"/>
              <a:t>.</a:t>
            </a:r>
          </a:p>
          <a:p>
            <a:endParaRPr lang="en-US" sz="1000" dirty="0"/>
          </a:p>
        </p:txBody>
      </p:sp>
      <p:sp>
        <p:nvSpPr>
          <p:cNvPr id="21" name="Oval 20"/>
          <p:cNvSpPr/>
          <p:nvPr/>
        </p:nvSpPr>
        <p:spPr>
          <a:xfrm>
            <a:off x="4572000" y="1928064"/>
            <a:ext cx="2159036" cy="20733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6.Adapt to Changes</a:t>
            </a:r>
          </a:p>
          <a:p>
            <a:r>
              <a:rPr lang="en-US" sz="1000" dirty="0"/>
              <a:t>Modify backlog priorities based on stakeholder feedback.</a:t>
            </a:r>
          </a:p>
          <a:p>
            <a:r>
              <a:rPr lang="en-US" sz="1000" dirty="0"/>
              <a:t>Add new features (e.g., </a:t>
            </a:r>
            <a:r>
              <a:rPr lang="en-US" sz="1000" b="1" dirty="0"/>
              <a:t>geolocation or facial recognition</a:t>
            </a:r>
            <a:r>
              <a:rPr lang="en-US" sz="1000" dirty="0"/>
              <a:t>).</a:t>
            </a:r>
          </a:p>
          <a:p>
            <a:r>
              <a:rPr lang="en-US" sz="800" dirty="0" smtClean="0"/>
              <a:t>.</a:t>
            </a:r>
            <a:endParaRPr lang="en-US" sz="800" dirty="0"/>
          </a:p>
        </p:txBody>
      </p:sp>
      <p:sp>
        <p:nvSpPr>
          <p:cNvPr id="22" name="Oval 21"/>
          <p:cNvSpPr/>
          <p:nvPr/>
        </p:nvSpPr>
        <p:spPr>
          <a:xfrm>
            <a:off x="2394557" y="1928064"/>
            <a:ext cx="2110967" cy="2022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/>
              <a:t>5. Foster Stakeholder Collaboration</a:t>
            </a:r>
          </a:p>
          <a:p>
            <a:r>
              <a:rPr lang="en-US" sz="1000" b="1" dirty="0" smtClean="0"/>
              <a:t>Sprint </a:t>
            </a:r>
            <a:r>
              <a:rPr lang="en-US" sz="1000" b="1" dirty="0"/>
              <a:t>Reviews:</a:t>
            </a:r>
            <a:r>
              <a:rPr lang="en-US" sz="1000" dirty="0"/>
              <a:t> Demonstrate features and collect feedback.</a:t>
            </a:r>
          </a:p>
          <a:p>
            <a:r>
              <a:rPr lang="en-US" sz="1000" b="1" dirty="0"/>
              <a:t>Refine Requirements:</a:t>
            </a:r>
            <a:r>
              <a:rPr lang="en-US" sz="1000" dirty="0"/>
              <a:t> Adjust project scope based on evolving needs.</a:t>
            </a:r>
          </a:p>
        </p:txBody>
      </p:sp>
      <p:sp>
        <p:nvSpPr>
          <p:cNvPr id="8" name="Oval 7"/>
          <p:cNvSpPr/>
          <p:nvPr/>
        </p:nvSpPr>
        <p:spPr>
          <a:xfrm>
            <a:off x="6797512" y="1928064"/>
            <a:ext cx="2224820" cy="21053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/>
              <a:t>7. Use Agile Tools</a:t>
            </a:r>
            <a:endParaRPr lang="en-US" sz="900" dirty="0"/>
          </a:p>
          <a:p>
            <a:r>
              <a:rPr lang="en-US" sz="800" b="1" dirty="0"/>
              <a:t>Trello/Jira:</a:t>
            </a:r>
            <a:r>
              <a:rPr lang="en-US" sz="800" dirty="0"/>
              <a:t> Manage sprints &amp; backlog</a:t>
            </a:r>
            <a:r>
              <a:rPr lang="en-US" sz="800" dirty="0" smtClean="0"/>
              <a:t>.</a:t>
            </a:r>
            <a:endParaRPr lang="en-US" sz="800" dirty="0"/>
          </a:p>
          <a:p>
            <a:r>
              <a:rPr lang="en-US" sz="800" b="1" dirty="0"/>
              <a:t>Slack/MS Teams:</a:t>
            </a:r>
            <a:r>
              <a:rPr lang="en-US" sz="800" dirty="0"/>
              <a:t> Team communication.</a:t>
            </a:r>
          </a:p>
          <a:p>
            <a:r>
              <a:rPr lang="en-US" sz="800" b="1" dirty="0"/>
              <a:t>GitHub/</a:t>
            </a:r>
            <a:r>
              <a:rPr lang="en-US" sz="800" b="1" dirty="0" err="1"/>
              <a:t>GitLab</a:t>
            </a:r>
            <a:r>
              <a:rPr lang="en-US" sz="800" b="1" dirty="0"/>
              <a:t>:</a:t>
            </a:r>
            <a:r>
              <a:rPr lang="en-US" sz="800" dirty="0"/>
              <a:t> </a:t>
            </a:r>
            <a:r>
              <a:rPr lang="en-US" sz="800" dirty="0" smtClean="0"/>
              <a:t>Version control </a:t>
            </a:r>
            <a:r>
              <a:rPr lang="en-US" sz="800" dirty="0"/>
              <a:t>&amp; collaboration</a:t>
            </a:r>
            <a:r>
              <a:rPr lang="en-US" sz="800" dirty="0" smtClean="0"/>
              <a:t>.</a:t>
            </a:r>
          </a:p>
          <a:p>
            <a:r>
              <a:rPr lang="en-US" sz="900" b="1" dirty="0"/>
              <a:t>8.Measure Progress</a:t>
            </a:r>
          </a:p>
          <a:p>
            <a:r>
              <a:rPr lang="en-US" sz="800" b="1" dirty="0"/>
              <a:t>Velocity:</a:t>
            </a:r>
            <a:r>
              <a:rPr lang="en-US" sz="800" dirty="0"/>
              <a:t> Track how much work is completed per sprint.</a:t>
            </a:r>
          </a:p>
          <a:p>
            <a:r>
              <a:rPr lang="en-US" sz="800" b="1" dirty="0" err="1"/>
              <a:t>Burndown</a:t>
            </a:r>
            <a:r>
              <a:rPr lang="en-US" sz="800" b="1" dirty="0"/>
              <a:t> Chart:</a:t>
            </a:r>
            <a:r>
              <a:rPr lang="en-US" sz="800" dirty="0"/>
              <a:t> Monitor progress and remaining tasks</a:t>
            </a:r>
            <a:r>
              <a:rPr lang="en-US" sz="1000" dirty="0"/>
              <a:t>.</a:t>
            </a:r>
          </a:p>
          <a:p>
            <a:endParaRPr lang="en-US" sz="1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3310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" grpId="0" animBg="1"/>
      <p:bldP spid="21" grpId="0" animBg="1"/>
      <p:bldP spid="22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8F57F800-C2F0-4C4C-8553-6420C43492B4}"/>
              </a:ext>
            </a:extLst>
          </p:cNvPr>
          <p:cNvSpPr/>
          <p:nvPr/>
        </p:nvSpPr>
        <p:spPr>
          <a:xfrm>
            <a:off x="5712287" y="128194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E880D46-5EAE-45C7-BE76-5AF3DE03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843948"/>
          </a:xfrm>
        </p:spPr>
        <p:txBody>
          <a:bodyPr>
            <a:noAutofit/>
          </a:bodyPr>
          <a:lstStyle/>
          <a:p>
            <a:r>
              <a:rPr lang="en-US" sz="2000" dirty="0" smtClean="0"/>
              <a:t>Scrum</a:t>
            </a:r>
            <a:r>
              <a:rPr lang="en-US" sz="2000" dirty="0"/>
              <a:t>, an Agile framework, to divide the project into sprints and maintain a flexible approach.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898" y="1831604"/>
            <a:ext cx="6820678" cy="24815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08310" y="2320265"/>
            <a:ext cx="85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Sprints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581539" y="3510726"/>
            <a:ext cx="1713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After each sprint, we </a:t>
            </a:r>
            <a:r>
              <a:rPr lang="en-US" sz="1200" b="1" dirty="0"/>
              <a:t>reviewed our progress</a:t>
            </a:r>
            <a:r>
              <a:rPr lang="en-US" sz="1200" dirty="0"/>
              <a:t> and collected feedback from stakeholders.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95534" y="1860169"/>
            <a:ext cx="17137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The project was developed in </a:t>
            </a:r>
            <a:r>
              <a:rPr lang="en-US" sz="1000" b="1" dirty="0"/>
              <a:t>multiple iterations</a:t>
            </a:r>
            <a:r>
              <a:rPr lang="en-US" sz="1000" dirty="0"/>
              <a:t>, allowing us to </a:t>
            </a:r>
            <a:r>
              <a:rPr lang="en-US" sz="1000" b="1" dirty="0"/>
              <a:t>adjust features based on feedback</a:t>
            </a:r>
            <a:r>
              <a:rPr lang="en-US" sz="1400" dirty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4884576" y="2207993"/>
            <a:ext cx="1310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Daily standups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291940" y="1860169"/>
            <a:ext cx="1825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 held </a:t>
            </a:r>
            <a:r>
              <a:rPr lang="en-US" sz="1200" b="1" dirty="0"/>
              <a:t>short meetings</a:t>
            </a:r>
            <a:r>
              <a:rPr lang="en-US" sz="1200" dirty="0"/>
              <a:t> to discuss progress and challenges.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3237" y="3217301"/>
            <a:ext cx="1292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Sprint Backlog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902" y="3200640"/>
            <a:ext cx="982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Sprint Reviews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6458337" y="3528328"/>
            <a:ext cx="16592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Tasks were added to the </a:t>
            </a:r>
            <a:r>
              <a:rPr lang="en-US" sz="1100" b="1" dirty="0"/>
              <a:t>product backlog</a:t>
            </a:r>
            <a:r>
              <a:rPr lang="en-US" sz="1100" dirty="0"/>
              <a:t> and prioritized based on importa</a:t>
            </a:r>
            <a:r>
              <a:rPr lang="en-US" sz="1200" dirty="0"/>
              <a:t>nce.</a:t>
            </a:r>
          </a:p>
        </p:txBody>
      </p:sp>
    </p:spTree>
    <p:extLst>
      <p:ext uri="{BB962C8B-B14F-4D97-AF65-F5344CB8AC3E}">
        <p14:creationId xmlns:p14="http://schemas.microsoft.com/office/powerpoint/2010/main" val="35906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8F57F800-C2F0-4C4C-8553-6420C43492B4}"/>
              </a:ext>
            </a:extLst>
          </p:cNvPr>
          <p:cNvSpPr/>
          <p:nvPr/>
        </p:nvSpPr>
        <p:spPr>
          <a:xfrm>
            <a:off x="5712287" y="128194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E880D46-5EAE-45C7-BE76-5AF3DE03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843948"/>
          </a:xfrm>
        </p:spPr>
        <p:txBody>
          <a:bodyPr>
            <a:noAutofit/>
          </a:bodyPr>
          <a:lstStyle/>
          <a:p>
            <a:r>
              <a:rPr lang="en-US" sz="2000" dirty="0" smtClean="0"/>
              <a:t>Scrum</a:t>
            </a:r>
            <a:r>
              <a:rPr lang="en-US" sz="2000" dirty="0"/>
              <a:t>, an Agile framework, to divide the project into sprints and maintain a flexible approach.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8142" y="2966960"/>
            <a:ext cx="982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Sprint Reviews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9" y="1820654"/>
            <a:ext cx="8040222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6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8F57F800-C2F0-4C4C-8553-6420C43492B4}"/>
              </a:ext>
            </a:extLst>
          </p:cNvPr>
          <p:cNvSpPr/>
          <p:nvPr/>
        </p:nvSpPr>
        <p:spPr>
          <a:xfrm>
            <a:off x="5712287" y="128194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E880D46-5EAE-45C7-BE76-5AF3DE03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493158"/>
            <a:ext cx="7696200" cy="843948"/>
          </a:xfrm>
        </p:spPr>
        <p:txBody>
          <a:bodyPr>
            <a:noAutofit/>
          </a:bodyPr>
          <a:lstStyle/>
          <a:p>
            <a:r>
              <a:rPr lang="en-US" sz="2400" dirty="0" smtClean="0"/>
              <a:t>XP (Extreme Programming)</a:t>
            </a:r>
            <a:endParaRPr lang="en-US" sz="2400" dirty="0"/>
          </a:p>
        </p:txBody>
      </p:sp>
      <p:sp>
        <p:nvSpPr>
          <p:cNvPr id="55" name="TextBox 54"/>
          <p:cNvSpPr txBox="1"/>
          <p:nvPr/>
        </p:nvSpPr>
        <p:spPr>
          <a:xfrm>
            <a:off x="366382" y="1702070"/>
            <a:ext cx="838137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Our </a:t>
            </a:r>
            <a:r>
              <a:rPr lang="en-US" sz="1400" b="1" dirty="0"/>
              <a:t>QR-based Attendance Tracking System</a:t>
            </a:r>
            <a:r>
              <a:rPr lang="en-US" sz="1400" dirty="0"/>
              <a:t> follows </a:t>
            </a:r>
            <a:r>
              <a:rPr lang="en-US" sz="1400" b="1" dirty="0"/>
              <a:t>Agile principles</a:t>
            </a:r>
            <a:r>
              <a:rPr lang="en-US" sz="1400" dirty="0"/>
              <a:t>, with </a:t>
            </a:r>
            <a:r>
              <a:rPr lang="en-US" sz="1400" b="1" dirty="0"/>
              <a:t>Extreme Programming (XP)</a:t>
            </a:r>
            <a:r>
              <a:rPr lang="en-US" sz="1400" dirty="0"/>
              <a:t> as a key development approach. XP focuses on </a:t>
            </a:r>
            <a:r>
              <a:rPr lang="en-US" sz="1400" b="1" dirty="0"/>
              <a:t>fast iterations, collaboration, continuous testing, and high-quality software delivery</a:t>
            </a:r>
            <a:r>
              <a:rPr lang="en-US" sz="1400" dirty="0"/>
              <a:t>. Below, we explain how </a:t>
            </a:r>
            <a:r>
              <a:rPr lang="en-US" sz="1400" b="1" dirty="0"/>
              <a:t>XP and Agile principles were applied to our project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 smtClean="0"/>
              <a:t>Explanation of the XP Process Workflow</a:t>
            </a:r>
          </a:p>
          <a:p>
            <a:r>
              <a:rPr lang="en-US" sz="1400" dirty="0" smtClean="0"/>
              <a:t>✔ </a:t>
            </a:r>
            <a:r>
              <a:rPr lang="en-US" sz="1400" b="1" dirty="0" smtClean="0"/>
              <a:t>Planning</a:t>
            </a:r>
            <a:r>
              <a:rPr lang="en-US" sz="1400" dirty="0" smtClean="0"/>
              <a:t> → Define User Stories &amp; Iteration Plans.</a:t>
            </a:r>
            <a:br>
              <a:rPr lang="en-US" sz="1400" dirty="0" smtClean="0"/>
            </a:br>
            <a:r>
              <a:rPr lang="en-US" sz="1400" dirty="0" smtClean="0"/>
              <a:t>✔ </a:t>
            </a:r>
            <a:r>
              <a:rPr lang="en-US" sz="1400" b="1" dirty="0" smtClean="0"/>
              <a:t>Design</a:t>
            </a:r>
            <a:r>
              <a:rPr lang="en-US" sz="1400" dirty="0" smtClean="0"/>
              <a:t> → Keep architecture simple &amp; flexible.</a:t>
            </a:r>
            <a:br>
              <a:rPr lang="en-US" sz="1400" dirty="0" smtClean="0"/>
            </a:br>
            <a:r>
              <a:rPr lang="en-US" sz="1400" dirty="0" smtClean="0"/>
              <a:t>✔ </a:t>
            </a:r>
            <a:r>
              <a:rPr lang="en-US" sz="1400" b="1" dirty="0" smtClean="0"/>
              <a:t>Coding</a:t>
            </a:r>
            <a:r>
              <a:rPr lang="en-US" sz="1400" dirty="0" smtClean="0"/>
              <a:t> → Apply Pair Programming &amp; Continuous Integration.</a:t>
            </a:r>
            <a:br>
              <a:rPr lang="en-US" sz="1400" dirty="0" smtClean="0"/>
            </a:br>
            <a:r>
              <a:rPr lang="en-US" sz="1400" dirty="0" smtClean="0"/>
              <a:t>✔ </a:t>
            </a:r>
            <a:r>
              <a:rPr lang="en-US" sz="1400" b="1" dirty="0" smtClean="0"/>
              <a:t>Testing</a:t>
            </a:r>
            <a:r>
              <a:rPr lang="en-US" sz="1400" dirty="0" smtClean="0"/>
              <a:t> → Implement </a:t>
            </a:r>
            <a:r>
              <a:rPr lang="en-US" sz="1400" b="1" dirty="0" smtClean="0"/>
              <a:t>Test-Driven Development (TDD)</a:t>
            </a:r>
            <a:r>
              <a:rPr lang="en-US" sz="1400" dirty="0" smtClean="0"/>
              <a:t>.</a:t>
            </a:r>
            <a:br>
              <a:rPr lang="en-US" sz="1400" dirty="0" smtClean="0"/>
            </a:br>
            <a:r>
              <a:rPr lang="en-US" sz="1400" dirty="0" smtClean="0"/>
              <a:t>✔ </a:t>
            </a:r>
            <a:r>
              <a:rPr lang="en-US" sz="1400" b="1" dirty="0" smtClean="0"/>
              <a:t>Refactoring</a:t>
            </a:r>
            <a:r>
              <a:rPr lang="en-US" sz="1400" dirty="0" smtClean="0"/>
              <a:t> → Continuously optimize &amp; improve code.</a:t>
            </a:r>
            <a:br>
              <a:rPr lang="en-US" sz="1400" dirty="0" smtClean="0"/>
            </a:br>
            <a:r>
              <a:rPr lang="en-US" sz="1400" dirty="0" smtClean="0"/>
              <a:t>✔ </a:t>
            </a:r>
            <a:r>
              <a:rPr lang="en-US" sz="1400" b="1" dirty="0" smtClean="0"/>
              <a:t>Release</a:t>
            </a:r>
            <a:r>
              <a:rPr lang="en-US" sz="1400" dirty="0" smtClean="0"/>
              <a:t> → Deploy working system increments.</a:t>
            </a:r>
            <a:br>
              <a:rPr lang="en-US" sz="1400" dirty="0" smtClean="0"/>
            </a:br>
            <a:r>
              <a:rPr lang="en-US" sz="1400" dirty="0" smtClean="0"/>
              <a:t>✔ </a:t>
            </a:r>
            <a:r>
              <a:rPr lang="en-US" sz="1400" b="1" dirty="0" smtClean="0"/>
              <a:t>Iteration</a:t>
            </a:r>
            <a:r>
              <a:rPr lang="en-US" sz="1400" dirty="0" smtClean="0"/>
              <a:t> → Review progress &amp; start next sprint.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81606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7" grpId="0"/>
      <p:bldP spid="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8F57F800-C2F0-4C4C-8553-6420C43492B4}"/>
              </a:ext>
            </a:extLst>
          </p:cNvPr>
          <p:cNvSpPr/>
          <p:nvPr/>
        </p:nvSpPr>
        <p:spPr>
          <a:xfrm>
            <a:off x="5712287" y="128194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>
          <a:xfrm>
            <a:off x="4185920" y="1310400"/>
            <a:ext cx="4521200" cy="2438640"/>
          </a:xfrm>
        </p:spPr>
        <p:txBody>
          <a:bodyPr/>
          <a:lstStyle/>
          <a:p>
            <a:r>
              <a:rPr lang="en-US" dirty="0" smtClean="0"/>
              <a:t>XP in </a:t>
            </a:r>
            <a:r>
              <a:rPr lang="en-US" dirty="0" err="1" smtClean="0"/>
              <a:t>Attendence</a:t>
            </a:r>
            <a:r>
              <a:rPr lang="en-US" dirty="0" smtClean="0"/>
              <a:t> Tracking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453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30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8F57F800-C2F0-4C4C-8553-6420C43492B4}"/>
              </a:ext>
            </a:extLst>
          </p:cNvPr>
          <p:cNvSpPr/>
          <p:nvPr/>
        </p:nvSpPr>
        <p:spPr>
          <a:xfrm>
            <a:off x="5712287" y="128194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E880D46-5EAE-45C7-BE76-5AF3DE03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493158"/>
            <a:ext cx="7696200" cy="843948"/>
          </a:xfrm>
        </p:spPr>
        <p:txBody>
          <a:bodyPr>
            <a:noAutofit/>
          </a:bodyPr>
          <a:lstStyle/>
          <a:p>
            <a:r>
              <a:rPr lang="en-US" sz="2400" dirty="0"/>
              <a:t>📌 How XP &amp; Agile Improved Our QR-Based Attendance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9764" y="1925590"/>
            <a:ext cx="615378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✅ </a:t>
            </a:r>
            <a:r>
              <a:rPr lang="en-US" b="1" dirty="0"/>
              <a:t>Faster development</a:t>
            </a:r>
            <a:r>
              <a:rPr lang="en-US" dirty="0"/>
              <a:t> with iterative releases.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Higher software quality</a:t>
            </a:r>
            <a:r>
              <a:rPr lang="en-US" dirty="0"/>
              <a:t> due to </a:t>
            </a:r>
            <a:r>
              <a:rPr lang="en-US" b="1" dirty="0"/>
              <a:t>TDD &amp; continuous testing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User-focused approach</a:t>
            </a:r>
            <a:r>
              <a:rPr lang="en-US" dirty="0"/>
              <a:t> ensuring stakeholder requirements were met.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Seamless collaboration</a:t>
            </a:r>
            <a:r>
              <a:rPr lang="en-US" dirty="0"/>
              <a:t> between developers, testers, and users.</a:t>
            </a:r>
          </a:p>
        </p:txBody>
      </p:sp>
    </p:spTree>
    <p:extLst>
      <p:ext uri="{BB962C8B-B14F-4D97-AF65-F5344CB8AC3E}">
        <p14:creationId xmlns:p14="http://schemas.microsoft.com/office/powerpoint/2010/main" val="3927260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24959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rot="10800000" flipH="1" flipV="1">
            <a:off x="4226559" y="752456"/>
            <a:ext cx="47498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Hybrid Approach (Plan-Driven &amp; Agile) for QR Code Attendance Tracking </a:t>
            </a:r>
            <a:r>
              <a:rPr lang="en-US" sz="2000" b="1" dirty="0" smtClean="0"/>
              <a:t>System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/>
          </a:p>
          <a:p>
            <a:r>
              <a:rPr lang="en-US" sz="1400" dirty="0"/>
              <a:t>To maximize efficiency, our project combines </a:t>
            </a:r>
            <a:r>
              <a:rPr lang="en-US" sz="1400" b="1" dirty="0"/>
              <a:t>plan-driven and agile methodologies</a:t>
            </a:r>
            <a:r>
              <a:rPr lang="en-US" sz="1400" dirty="0"/>
              <a:t>, ensuring </a:t>
            </a:r>
            <a:r>
              <a:rPr lang="en-US" sz="1400" b="1" dirty="0"/>
              <a:t>structured planning with flexibility for iterative development and feedback</a:t>
            </a:r>
            <a:r>
              <a:rPr lang="en-US" sz="1400" dirty="0"/>
              <a:t>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56099" y="2133600"/>
            <a:ext cx="4287520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5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840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Elipse 127">
            <a:extLst>
              <a:ext uri="{FF2B5EF4-FFF2-40B4-BE49-F238E27FC236}">
                <a16:creationId xmlns:a16="http://schemas.microsoft.com/office/drawing/2014/main" id="{FE611DB8-A1CC-45CE-8421-B98800A0859F}"/>
              </a:ext>
            </a:extLst>
          </p:cNvPr>
          <p:cNvSpPr/>
          <p:nvPr/>
        </p:nvSpPr>
        <p:spPr>
          <a:xfrm>
            <a:off x="5215109" y="129050"/>
            <a:ext cx="786938" cy="78693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8BC31A-972A-4408-9536-05F4644E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Autofit/>
          </a:bodyPr>
          <a:lstStyle/>
          <a:p>
            <a:r>
              <a:rPr lang="es-ES" dirty="0" err="1" smtClean="0"/>
              <a:t>Refactoring</a:t>
            </a:r>
            <a:r>
              <a:rPr lang="es-ES" dirty="0" smtClean="0"/>
              <a:t> &amp; AI in </a:t>
            </a:r>
            <a:r>
              <a:rPr lang="es-ES" dirty="0" err="1" smtClean="0"/>
              <a:t>Attendence</a:t>
            </a:r>
            <a:r>
              <a:rPr lang="es-ES" dirty="0" smtClean="0"/>
              <a:t> Tracking</a:t>
            </a:r>
            <a:endParaRPr lang="en-US" dirty="0"/>
          </a:p>
        </p:txBody>
      </p:sp>
      <p:grpSp>
        <p:nvGrpSpPr>
          <p:cNvPr id="75" name="Google Shape;9588;p16">
            <a:extLst>
              <a:ext uri="{FF2B5EF4-FFF2-40B4-BE49-F238E27FC236}">
                <a16:creationId xmlns:a16="http://schemas.microsoft.com/office/drawing/2014/main" id="{F64D13FD-E935-461F-9689-0F6BA9EBBD4B}"/>
              </a:ext>
            </a:extLst>
          </p:cNvPr>
          <p:cNvGrpSpPr/>
          <p:nvPr/>
        </p:nvGrpSpPr>
        <p:grpSpPr>
          <a:xfrm>
            <a:off x="8024953" y="1833956"/>
            <a:ext cx="260108" cy="243100"/>
            <a:chOff x="1748582" y="3372635"/>
            <a:chExt cx="359269" cy="335780"/>
          </a:xfrm>
          <a:solidFill>
            <a:schemeClr val="bg1"/>
          </a:solidFill>
        </p:grpSpPr>
        <p:sp>
          <p:nvSpPr>
            <p:cNvPr id="76" name="Google Shape;9589;p16">
              <a:extLst>
                <a:ext uri="{FF2B5EF4-FFF2-40B4-BE49-F238E27FC236}">
                  <a16:creationId xmlns:a16="http://schemas.microsoft.com/office/drawing/2014/main" id="{2CB26119-622E-4B64-9A61-2163F84A9E8B}"/>
                </a:ext>
              </a:extLst>
            </p:cNvPr>
            <p:cNvSpPr/>
            <p:nvPr/>
          </p:nvSpPr>
          <p:spPr>
            <a:xfrm>
              <a:off x="2080161" y="3535210"/>
              <a:ext cx="27690" cy="10630"/>
            </a:xfrm>
            <a:custGeom>
              <a:avLst/>
              <a:gdLst/>
              <a:ahLst/>
              <a:cxnLst/>
              <a:rect l="l" t="t" r="r" b="b"/>
              <a:pathLst>
                <a:path w="870" h="334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703" y="333"/>
                  </a:lnTo>
                  <a:cubicBezTo>
                    <a:pt x="786" y="333"/>
                    <a:pt x="870" y="262"/>
                    <a:pt x="870" y="167"/>
                  </a:cubicBezTo>
                  <a:cubicBezTo>
                    <a:pt x="870" y="83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77" name="Google Shape;9590;p16">
              <a:extLst>
                <a:ext uri="{FF2B5EF4-FFF2-40B4-BE49-F238E27FC236}">
                  <a16:creationId xmlns:a16="http://schemas.microsoft.com/office/drawing/2014/main" id="{7163403E-E13A-4ED1-A1B8-2E550A204702}"/>
                </a:ext>
              </a:extLst>
            </p:cNvPr>
            <p:cNvGrpSpPr/>
            <p:nvPr/>
          </p:nvGrpSpPr>
          <p:grpSpPr>
            <a:xfrm>
              <a:off x="1748582" y="3372635"/>
              <a:ext cx="333520" cy="335780"/>
              <a:chOff x="1748582" y="3372635"/>
              <a:chExt cx="333520" cy="335780"/>
            </a:xfrm>
            <a:grpFill/>
          </p:grpSpPr>
          <p:sp>
            <p:nvSpPr>
              <p:cNvPr id="78" name="Google Shape;9591;p16">
                <a:extLst>
                  <a:ext uri="{FF2B5EF4-FFF2-40B4-BE49-F238E27FC236}">
                    <a16:creationId xmlns:a16="http://schemas.microsoft.com/office/drawing/2014/main" id="{8D819F5E-32D6-435F-A10D-95A758D1CA52}"/>
                  </a:ext>
                </a:extLst>
              </p:cNvPr>
              <p:cNvSpPr/>
              <p:nvPr/>
            </p:nvSpPr>
            <p:spPr>
              <a:xfrm>
                <a:off x="1748582" y="3372635"/>
                <a:ext cx="308504" cy="335780"/>
              </a:xfrm>
              <a:custGeom>
                <a:avLst/>
                <a:gdLst/>
                <a:ahLst/>
                <a:cxnLst/>
                <a:rect l="l" t="t" r="r" b="b"/>
                <a:pathLst>
                  <a:path w="9693" h="10550" extrusionOk="0">
                    <a:moveTo>
                      <a:pt x="8454" y="4215"/>
                    </a:moveTo>
                    <a:cubicBezTo>
                      <a:pt x="8978" y="4298"/>
                      <a:pt x="9359" y="4739"/>
                      <a:pt x="9359" y="5275"/>
                    </a:cubicBezTo>
                    <a:cubicBezTo>
                      <a:pt x="9359" y="5811"/>
                      <a:pt x="8978" y="6263"/>
                      <a:pt x="8454" y="6334"/>
                    </a:cubicBezTo>
                    <a:lnTo>
                      <a:pt x="8454" y="4215"/>
                    </a:lnTo>
                    <a:close/>
                    <a:moveTo>
                      <a:pt x="1251" y="4036"/>
                    </a:moveTo>
                    <a:lnTo>
                      <a:pt x="1251" y="6525"/>
                    </a:lnTo>
                    <a:lnTo>
                      <a:pt x="894" y="6525"/>
                    </a:lnTo>
                    <a:cubicBezTo>
                      <a:pt x="596" y="6525"/>
                      <a:pt x="358" y="6287"/>
                      <a:pt x="358" y="5989"/>
                    </a:cubicBezTo>
                    <a:lnTo>
                      <a:pt x="358" y="4572"/>
                    </a:lnTo>
                    <a:cubicBezTo>
                      <a:pt x="358" y="4275"/>
                      <a:pt x="596" y="4036"/>
                      <a:pt x="894" y="4036"/>
                    </a:cubicBezTo>
                    <a:close/>
                    <a:moveTo>
                      <a:pt x="2668" y="4025"/>
                    </a:moveTo>
                    <a:lnTo>
                      <a:pt x="2668" y="6525"/>
                    </a:lnTo>
                    <a:lnTo>
                      <a:pt x="1584" y="6525"/>
                    </a:lnTo>
                    <a:lnTo>
                      <a:pt x="1584" y="4025"/>
                    </a:lnTo>
                    <a:close/>
                    <a:moveTo>
                      <a:pt x="2846" y="7727"/>
                    </a:moveTo>
                    <a:lnTo>
                      <a:pt x="2846" y="8466"/>
                    </a:lnTo>
                    <a:lnTo>
                      <a:pt x="2537" y="8466"/>
                    </a:lnTo>
                    <a:lnTo>
                      <a:pt x="2727" y="7727"/>
                    </a:lnTo>
                    <a:close/>
                    <a:moveTo>
                      <a:pt x="2608" y="6834"/>
                    </a:moveTo>
                    <a:lnTo>
                      <a:pt x="2001" y="9156"/>
                    </a:lnTo>
                    <a:lnTo>
                      <a:pt x="1584" y="9156"/>
                    </a:lnTo>
                    <a:lnTo>
                      <a:pt x="1584" y="6834"/>
                    </a:lnTo>
                    <a:close/>
                    <a:moveTo>
                      <a:pt x="8133" y="357"/>
                    </a:moveTo>
                    <a:lnTo>
                      <a:pt x="8133" y="10228"/>
                    </a:lnTo>
                    <a:lnTo>
                      <a:pt x="7394" y="10228"/>
                    </a:lnTo>
                    <a:lnTo>
                      <a:pt x="7394" y="3251"/>
                    </a:lnTo>
                    <a:cubicBezTo>
                      <a:pt x="7394" y="3167"/>
                      <a:pt x="7323" y="3084"/>
                      <a:pt x="7240" y="3084"/>
                    </a:cubicBezTo>
                    <a:cubicBezTo>
                      <a:pt x="7144" y="3084"/>
                      <a:pt x="7073" y="3167"/>
                      <a:pt x="7073" y="3251"/>
                    </a:cubicBezTo>
                    <a:lnTo>
                      <a:pt x="7073" y="9144"/>
                    </a:lnTo>
                    <a:cubicBezTo>
                      <a:pt x="6859" y="8859"/>
                      <a:pt x="6549" y="8466"/>
                      <a:pt x="6132" y="8073"/>
                    </a:cubicBezTo>
                    <a:cubicBezTo>
                      <a:pt x="5668" y="7632"/>
                      <a:pt x="5192" y="7275"/>
                      <a:pt x="4704" y="7013"/>
                    </a:cubicBezTo>
                    <a:cubicBezTo>
                      <a:pt x="4132" y="6715"/>
                      <a:pt x="3561" y="6561"/>
                      <a:pt x="2989" y="6537"/>
                    </a:cubicBezTo>
                    <a:lnTo>
                      <a:pt x="2989" y="4036"/>
                    </a:lnTo>
                    <a:cubicBezTo>
                      <a:pt x="3572" y="4013"/>
                      <a:pt x="4132" y="3846"/>
                      <a:pt x="4704" y="3560"/>
                    </a:cubicBezTo>
                    <a:cubicBezTo>
                      <a:pt x="5192" y="3310"/>
                      <a:pt x="5668" y="2953"/>
                      <a:pt x="6132" y="2501"/>
                    </a:cubicBezTo>
                    <a:cubicBezTo>
                      <a:pt x="6537" y="2108"/>
                      <a:pt x="6847" y="1715"/>
                      <a:pt x="7073" y="1429"/>
                    </a:cubicBezTo>
                    <a:lnTo>
                      <a:pt x="7073" y="2489"/>
                    </a:lnTo>
                    <a:cubicBezTo>
                      <a:pt x="7073" y="2584"/>
                      <a:pt x="7144" y="2655"/>
                      <a:pt x="7240" y="2655"/>
                    </a:cubicBezTo>
                    <a:cubicBezTo>
                      <a:pt x="7323" y="2655"/>
                      <a:pt x="7394" y="2584"/>
                      <a:pt x="7394" y="2489"/>
                    </a:cubicBezTo>
                    <a:lnTo>
                      <a:pt x="7394" y="357"/>
                    </a:lnTo>
                    <a:close/>
                    <a:moveTo>
                      <a:pt x="7228" y="0"/>
                    </a:moveTo>
                    <a:cubicBezTo>
                      <a:pt x="7144" y="0"/>
                      <a:pt x="7073" y="84"/>
                      <a:pt x="7073" y="167"/>
                    </a:cubicBezTo>
                    <a:lnTo>
                      <a:pt x="7073" y="822"/>
                    </a:lnTo>
                    <a:cubicBezTo>
                      <a:pt x="6966" y="988"/>
                      <a:pt x="6549" y="1631"/>
                      <a:pt x="5906" y="2251"/>
                    </a:cubicBezTo>
                    <a:cubicBezTo>
                      <a:pt x="5227" y="2905"/>
                      <a:pt x="4132" y="3703"/>
                      <a:pt x="2822" y="3703"/>
                    </a:cubicBezTo>
                    <a:lnTo>
                      <a:pt x="882" y="3703"/>
                    </a:lnTo>
                    <a:cubicBezTo>
                      <a:pt x="405" y="3703"/>
                      <a:pt x="1" y="4084"/>
                      <a:pt x="1" y="4572"/>
                    </a:cubicBezTo>
                    <a:lnTo>
                      <a:pt x="1" y="5989"/>
                    </a:lnTo>
                    <a:cubicBezTo>
                      <a:pt x="1" y="6465"/>
                      <a:pt x="382" y="6870"/>
                      <a:pt x="882" y="6870"/>
                    </a:cubicBezTo>
                    <a:lnTo>
                      <a:pt x="1239" y="6870"/>
                    </a:lnTo>
                    <a:lnTo>
                      <a:pt x="1239" y="9359"/>
                    </a:lnTo>
                    <a:cubicBezTo>
                      <a:pt x="1239" y="9442"/>
                      <a:pt x="1310" y="9513"/>
                      <a:pt x="1394" y="9513"/>
                    </a:cubicBezTo>
                    <a:lnTo>
                      <a:pt x="2096" y="9513"/>
                    </a:lnTo>
                    <a:cubicBezTo>
                      <a:pt x="2168" y="9513"/>
                      <a:pt x="2227" y="9478"/>
                      <a:pt x="2263" y="9394"/>
                    </a:cubicBezTo>
                    <a:lnTo>
                      <a:pt x="2406" y="8823"/>
                    </a:lnTo>
                    <a:lnTo>
                      <a:pt x="2977" y="8823"/>
                    </a:lnTo>
                    <a:cubicBezTo>
                      <a:pt x="3061" y="8823"/>
                      <a:pt x="3144" y="8739"/>
                      <a:pt x="3144" y="8656"/>
                    </a:cubicBezTo>
                    <a:lnTo>
                      <a:pt x="3144" y="7573"/>
                    </a:lnTo>
                    <a:cubicBezTo>
                      <a:pt x="3144" y="7477"/>
                      <a:pt x="3061" y="7406"/>
                      <a:pt x="2977" y="7406"/>
                    </a:cubicBezTo>
                    <a:lnTo>
                      <a:pt x="2787" y="7406"/>
                    </a:lnTo>
                    <a:lnTo>
                      <a:pt x="2930" y="6858"/>
                    </a:lnTo>
                    <a:cubicBezTo>
                      <a:pt x="4180" y="6894"/>
                      <a:pt x="5227" y="7656"/>
                      <a:pt x="5882" y="8299"/>
                    </a:cubicBezTo>
                    <a:cubicBezTo>
                      <a:pt x="6537" y="8942"/>
                      <a:pt x="6954" y="9573"/>
                      <a:pt x="7037" y="9728"/>
                    </a:cubicBezTo>
                    <a:lnTo>
                      <a:pt x="7037" y="10383"/>
                    </a:lnTo>
                    <a:cubicBezTo>
                      <a:pt x="7037" y="10466"/>
                      <a:pt x="7109" y="10549"/>
                      <a:pt x="7204" y="10549"/>
                    </a:cubicBezTo>
                    <a:lnTo>
                      <a:pt x="8264" y="10549"/>
                    </a:lnTo>
                    <a:cubicBezTo>
                      <a:pt x="8347" y="10549"/>
                      <a:pt x="8430" y="10466"/>
                      <a:pt x="8430" y="10383"/>
                    </a:cubicBezTo>
                    <a:lnTo>
                      <a:pt x="8430" y="6656"/>
                    </a:lnTo>
                    <a:cubicBezTo>
                      <a:pt x="9121" y="6573"/>
                      <a:pt x="9657" y="5989"/>
                      <a:pt x="9657" y="5275"/>
                    </a:cubicBezTo>
                    <a:cubicBezTo>
                      <a:pt x="9692" y="4560"/>
                      <a:pt x="9168" y="3965"/>
                      <a:pt x="8454" y="3894"/>
                    </a:cubicBezTo>
                    <a:lnTo>
                      <a:pt x="8454" y="167"/>
                    </a:lnTo>
                    <a:cubicBezTo>
                      <a:pt x="8454" y="84"/>
                      <a:pt x="8383" y="0"/>
                      <a:pt x="8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9592;p16">
                <a:extLst>
                  <a:ext uri="{FF2B5EF4-FFF2-40B4-BE49-F238E27FC236}">
                    <a16:creationId xmlns:a16="http://schemas.microsoft.com/office/drawing/2014/main" id="{D2427BBF-2774-4285-92C9-B16C150330DB}"/>
                  </a:ext>
                </a:extLst>
              </p:cNvPr>
              <p:cNvSpPr/>
              <p:nvPr/>
            </p:nvSpPr>
            <p:spPr>
              <a:xfrm>
                <a:off x="2057054" y="3472000"/>
                <a:ext cx="25048" cy="22311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01" extrusionOk="0">
                    <a:moveTo>
                      <a:pt x="600" y="1"/>
                    </a:moveTo>
                    <a:cubicBezTo>
                      <a:pt x="557" y="1"/>
                      <a:pt x="512" y="16"/>
                      <a:pt x="477" y="45"/>
                    </a:cubicBezTo>
                    <a:lnTo>
                      <a:pt x="107" y="414"/>
                    </a:lnTo>
                    <a:cubicBezTo>
                      <a:pt x="0" y="522"/>
                      <a:pt x="72" y="700"/>
                      <a:pt x="227" y="700"/>
                    </a:cubicBezTo>
                    <a:cubicBezTo>
                      <a:pt x="262" y="700"/>
                      <a:pt x="310" y="676"/>
                      <a:pt x="346" y="653"/>
                    </a:cubicBezTo>
                    <a:lnTo>
                      <a:pt x="715" y="283"/>
                    </a:lnTo>
                    <a:cubicBezTo>
                      <a:pt x="786" y="200"/>
                      <a:pt x="786" y="105"/>
                      <a:pt x="715" y="45"/>
                    </a:cubicBezTo>
                    <a:cubicBezTo>
                      <a:pt x="685" y="16"/>
                      <a:pt x="643" y="1"/>
                      <a:pt x="60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9593;p16">
                <a:extLst>
                  <a:ext uri="{FF2B5EF4-FFF2-40B4-BE49-F238E27FC236}">
                    <a16:creationId xmlns:a16="http://schemas.microsoft.com/office/drawing/2014/main" id="{CD31D536-D4BE-4742-9198-E8D012247F41}"/>
                  </a:ext>
                </a:extLst>
              </p:cNvPr>
              <p:cNvSpPr/>
              <p:nvPr/>
            </p:nvSpPr>
            <p:spPr>
              <a:xfrm>
                <a:off x="2058550" y="3586834"/>
                <a:ext cx="23552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740" h="711" extrusionOk="0">
                    <a:moveTo>
                      <a:pt x="184" y="0"/>
                    </a:moveTo>
                    <a:cubicBezTo>
                      <a:pt x="141" y="0"/>
                      <a:pt x="96" y="15"/>
                      <a:pt x="60" y="45"/>
                    </a:cubicBezTo>
                    <a:cubicBezTo>
                      <a:pt x="1" y="104"/>
                      <a:pt x="1" y="212"/>
                      <a:pt x="60" y="283"/>
                    </a:cubicBezTo>
                    <a:lnTo>
                      <a:pt x="430" y="664"/>
                    </a:lnTo>
                    <a:cubicBezTo>
                      <a:pt x="461" y="696"/>
                      <a:pt x="500" y="711"/>
                      <a:pt x="538" y="711"/>
                    </a:cubicBezTo>
                    <a:cubicBezTo>
                      <a:pt x="586" y="711"/>
                      <a:pt x="634" y="687"/>
                      <a:pt x="668" y="640"/>
                    </a:cubicBezTo>
                    <a:cubicBezTo>
                      <a:pt x="739" y="581"/>
                      <a:pt x="727" y="485"/>
                      <a:pt x="668" y="426"/>
                    </a:cubicBezTo>
                    <a:lnTo>
                      <a:pt x="299" y="45"/>
                    </a:lnTo>
                    <a:cubicBezTo>
                      <a:pt x="269" y="15"/>
                      <a:pt x="227" y="0"/>
                      <a:pt x="1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1" name="Google Shape;8559;p14">
            <a:extLst>
              <a:ext uri="{FF2B5EF4-FFF2-40B4-BE49-F238E27FC236}">
                <a16:creationId xmlns:a16="http://schemas.microsoft.com/office/drawing/2014/main" id="{A056A6D3-B937-4066-9A1F-F7A40745E728}"/>
              </a:ext>
            </a:extLst>
          </p:cNvPr>
          <p:cNvSpPr/>
          <p:nvPr/>
        </p:nvSpPr>
        <p:spPr>
          <a:xfrm>
            <a:off x="8015023" y="2919000"/>
            <a:ext cx="279968" cy="258130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89" name="Google Shape;9247;p16">
            <a:extLst>
              <a:ext uri="{FF2B5EF4-FFF2-40B4-BE49-F238E27FC236}">
                <a16:creationId xmlns:a16="http://schemas.microsoft.com/office/drawing/2014/main" id="{BC26F19F-078F-474B-8973-A64110FB2172}"/>
              </a:ext>
            </a:extLst>
          </p:cNvPr>
          <p:cNvGrpSpPr/>
          <p:nvPr/>
        </p:nvGrpSpPr>
        <p:grpSpPr>
          <a:xfrm>
            <a:off x="8005850" y="3919456"/>
            <a:ext cx="298314" cy="298612"/>
            <a:chOff x="3094217" y="1976585"/>
            <a:chExt cx="350198" cy="350548"/>
          </a:xfrm>
          <a:solidFill>
            <a:schemeClr val="bg1"/>
          </a:solidFill>
        </p:grpSpPr>
        <p:sp>
          <p:nvSpPr>
            <p:cNvPr id="90" name="Google Shape;9248;p16">
              <a:extLst>
                <a:ext uri="{FF2B5EF4-FFF2-40B4-BE49-F238E27FC236}">
                  <a16:creationId xmlns:a16="http://schemas.microsoft.com/office/drawing/2014/main" id="{0603CAB0-05D6-45A7-AF56-7AA99B27A395}"/>
                </a:ext>
              </a:extLst>
            </p:cNvPr>
            <p:cNvSpPr/>
            <p:nvPr/>
          </p:nvSpPr>
          <p:spPr>
            <a:xfrm>
              <a:off x="3094217" y="2129039"/>
              <a:ext cx="131543" cy="197362"/>
            </a:xfrm>
            <a:custGeom>
              <a:avLst/>
              <a:gdLst/>
              <a:ahLst/>
              <a:cxnLst/>
              <a:rect l="l" t="t" r="r" b="b"/>
              <a:pathLst>
                <a:path w="4133" h="6201" extrusionOk="0">
                  <a:moveTo>
                    <a:pt x="2072" y="345"/>
                  </a:moveTo>
                  <a:cubicBezTo>
                    <a:pt x="2117" y="345"/>
                    <a:pt x="2162" y="348"/>
                    <a:pt x="2203" y="354"/>
                  </a:cubicBezTo>
                  <a:cubicBezTo>
                    <a:pt x="2906" y="414"/>
                    <a:pt x="3454" y="1045"/>
                    <a:pt x="3454" y="1759"/>
                  </a:cubicBezTo>
                  <a:cubicBezTo>
                    <a:pt x="3454" y="2438"/>
                    <a:pt x="3620" y="3069"/>
                    <a:pt x="3751" y="3402"/>
                  </a:cubicBezTo>
                  <a:lnTo>
                    <a:pt x="3751" y="3426"/>
                  </a:lnTo>
                  <a:cubicBezTo>
                    <a:pt x="3608" y="3509"/>
                    <a:pt x="3299" y="3688"/>
                    <a:pt x="2763" y="3807"/>
                  </a:cubicBezTo>
                  <a:lnTo>
                    <a:pt x="2763" y="3759"/>
                  </a:lnTo>
                  <a:lnTo>
                    <a:pt x="2763" y="3438"/>
                  </a:lnTo>
                  <a:cubicBezTo>
                    <a:pt x="2965" y="3319"/>
                    <a:pt x="3144" y="3140"/>
                    <a:pt x="3263" y="2926"/>
                  </a:cubicBezTo>
                  <a:cubicBezTo>
                    <a:pt x="3489" y="2533"/>
                    <a:pt x="3418" y="2021"/>
                    <a:pt x="3073" y="1712"/>
                  </a:cubicBezTo>
                  <a:cubicBezTo>
                    <a:pt x="2834" y="1485"/>
                    <a:pt x="2418" y="1235"/>
                    <a:pt x="1727" y="1235"/>
                  </a:cubicBezTo>
                  <a:cubicBezTo>
                    <a:pt x="1691" y="1235"/>
                    <a:pt x="1644" y="1247"/>
                    <a:pt x="1608" y="1283"/>
                  </a:cubicBezTo>
                  <a:lnTo>
                    <a:pt x="1275" y="1616"/>
                  </a:lnTo>
                  <a:cubicBezTo>
                    <a:pt x="1215" y="1676"/>
                    <a:pt x="1215" y="1783"/>
                    <a:pt x="1275" y="1843"/>
                  </a:cubicBezTo>
                  <a:cubicBezTo>
                    <a:pt x="1304" y="1872"/>
                    <a:pt x="1343" y="1887"/>
                    <a:pt x="1382" y="1887"/>
                  </a:cubicBezTo>
                  <a:cubicBezTo>
                    <a:pt x="1421" y="1887"/>
                    <a:pt x="1459" y="1872"/>
                    <a:pt x="1489" y="1843"/>
                  </a:cubicBezTo>
                  <a:lnTo>
                    <a:pt x="1787" y="1545"/>
                  </a:lnTo>
                  <a:cubicBezTo>
                    <a:pt x="2227" y="1557"/>
                    <a:pt x="2584" y="1700"/>
                    <a:pt x="2846" y="1938"/>
                  </a:cubicBezTo>
                  <a:cubicBezTo>
                    <a:pt x="3073" y="2140"/>
                    <a:pt x="3132" y="2485"/>
                    <a:pt x="2977" y="2747"/>
                  </a:cubicBezTo>
                  <a:cubicBezTo>
                    <a:pt x="2799" y="3081"/>
                    <a:pt x="2441" y="3283"/>
                    <a:pt x="2072" y="3283"/>
                  </a:cubicBezTo>
                  <a:cubicBezTo>
                    <a:pt x="1489" y="3283"/>
                    <a:pt x="1037" y="2831"/>
                    <a:pt x="1037" y="2247"/>
                  </a:cubicBezTo>
                  <a:cubicBezTo>
                    <a:pt x="1037" y="2152"/>
                    <a:pt x="953" y="2081"/>
                    <a:pt x="870" y="2081"/>
                  </a:cubicBezTo>
                  <a:cubicBezTo>
                    <a:pt x="775" y="2081"/>
                    <a:pt x="703" y="2152"/>
                    <a:pt x="703" y="2247"/>
                  </a:cubicBezTo>
                  <a:cubicBezTo>
                    <a:pt x="703" y="2747"/>
                    <a:pt x="989" y="3200"/>
                    <a:pt x="1394" y="3438"/>
                  </a:cubicBezTo>
                  <a:lnTo>
                    <a:pt x="1394" y="3759"/>
                  </a:lnTo>
                  <a:lnTo>
                    <a:pt x="1394" y="3807"/>
                  </a:lnTo>
                  <a:cubicBezTo>
                    <a:pt x="858" y="3688"/>
                    <a:pt x="525" y="3509"/>
                    <a:pt x="394" y="3426"/>
                  </a:cubicBezTo>
                  <a:cubicBezTo>
                    <a:pt x="394" y="3426"/>
                    <a:pt x="382" y="3426"/>
                    <a:pt x="394" y="3402"/>
                  </a:cubicBezTo>
                  <a:cubicBezTo>
                    <a:pt x="525" y="3081"/>
                    <a:pt x="691" y="2438"/>
                    <a:pt x="691" y="1759"/>
                  </a:cubicBezTo>
                  <a:cubicBezTo>
                    <a:pt x="691" y="1045"/>
                    <a:pt x="1239" y="414"/>
                    <a:pt x="1941" y="354"/>
                  </a:cubicBezTo>
                  <a:cubicBezTo>
                    <a:pt x="1983" y="348"/>
                    <a:pt x="2028" y="345"/>
                    <a:pt x="2072" y="345"/>
                  </a:cubicBezTo>
                  <a:close/>
                  <a:moveTo>
                    <a:pt x="2430" y="3581"/>
                  </a:moveTo>
                  <a:lnTo>
                    <a:pt x="2430" y="3783"/>
                  </a:lnTo>
                  <a:cubicBezTo>
                    <a:pt x="2430" y="3974"/>
                    <a:pt x="2537" y="4152"/>
                    <a:pt x="2715" y="4224"/>
                  </a:cubicBezTo>
                  <a:lnTo>
                    <a:pt x="2822" y="4271"/>
                  </a:lnTo>
                  <a:cubicBezTo>
                    <a:pt x="2656" y="4509"/>
                    <a:pt x="2370" y="4676"/>
                    <a:pt x="2072" y="4676"/>
                  </a:cubicBezTo>
                  <a:cubicBezTo>
                    <a:pt x="1775" y="4676"/>
                    <a:pt x="1489" y="4509"/>
                    <a:pt x="1334" y="4271"/>
                  </a:cubicBezTo>
                  <a:lnTo>
                    <a:pt x="1429" y="4224"/>
                  </a:lnTo>
                  <a:cubicBezTo>
                    <a:pt x="1608" y="4140"/>
                    <a:pt x="1715" y="3974"/>
                    <a:pt x="1715" y="3783"/>
                  </a:cubicBezTo>
                  <a:lnTo>
                    <a:pt x="1715" y="3581"/>
                  </a:lnTo>
                  <a:cubicBezTo>
                    <a:pt x="1834" y="3617"/>
                    <a:pt x="1953" y="3628"/>
                    <a:pt x="2072" y="3628"/>
                  </a:cubicBezTo>
                  <a:cubicBezTo>
                    <a:pt x="2191" y="3628"/>
                    <a:pt x="2311" y="3617"/>
                    <a:pt x="2430" y="3581"/>
                  </a:cubicBezTo>
                  <a:close/>
                  <a:moveTo>
                    <a:pt x="2065" y="0"/>
                  </a:moveTo>
                  <a:cubicBezTo>
                    <a:pt x="2010" y="0"/>
                    <a:pt x="1953" y="3"/>
                    <a:pt x="1894" y="9"/>
                  </a:cubicBezTo>
                  <a:cubicBezTo>
                    <a:pt x="1037" y="92"/>
                    <a:pt x="346" y="842"/>
                    <a:pt x="346" y="1735"/>
                  </a:cubicBezTo>
                  <a:cubicBezTo>
                    <a:pt x="346" y="2378"/>
                    <a:pt x="203" y="2962"/>
                    <a:pt x="60" y="3271"/>
                  </a:cubicBezTo>
                  <a:cubicBezTo>
                    <a:pt x="1" y="3426"/>
                    <a:pt x="48" y="3581"/>
                    <a:pt x="179" y="3676"/>
                  </a:cubicBezTo>
                  <a:cubicBezTo>
                    <a:pt x="310" y="3759"/>
                    <a:pt x="584" y="3926"/>
                    <a:pt x="1013" y="4045"/>
                  </a:cubicBezTo>
                  <a:lnTo>
                    <a:pt x="382" y="4379"/>
                  </a:lnTo>
                  <a:cubicBezTo>
                    <a:pt x="144" y="4498"/>
                    <a:pt x="1" y="4712"/>
                    <a:pt x="1" y="4986"/>
                  </a:cubicBezTo>
                  <a:lnTo>
                    <a:pt x="1" y="6045"/>
                  </a:lnTo>
                  <a:cubicBezTo>
                    <a:pt x="1" y="6129"/>
                    <a:pt x="84" y="6200"/>
                    <a:pt x="167" y="6200"/>
                  </a:cubicBezTo>
                  <a:cubicBezTo>
                    <a:pt x="263" y="6200"/>
                    <a:pt x="334" y="6129"/>
                    <a:pt x="334" y="6045"/>
                  </a:cubicBezTo>
                  <a:lnTo>
                    <a:pt x="334" y="4974"/>
                  </a:lnTo>
                  <a:cubicBezTo>
                    <a:pt x="334" y="4831"/>
                    <a:pt x="406" y="4712"/>
                    <a:pt x="525" y="4652"/>
                  </a:cubicBezTo>
                  <a:lnTo>
                    <a:pt x="1037" y="4402"/>
                  </a:lnTo>
                  <a:cubicBezTo>
                    <a:pt x="1239" y="4760"/>
                    <a:pt x="1644" y="4986"/>
                    <a:pt x="2060" y="4986"/>
                  </a:cubicBezTo>
                  <a:cubicBezTo>
                    <a:pt x="2489" y="4986"/>
                    <a:pt x="2882" y="4760"/>
                    <a:pt x="3084" y="4402"/>
                  </a:cubicBezTo>
                  <a:lnTo>
                    <a:pt x="3596" y="4652"/>
                  </a:lnTo>
                  <a:cubicBezTo>
                    <a:pt x="3704" y="4712"/>
                    <a:pt x="3787" y="4831"/>
                    <a:pt x="3787" y="4974"/>
                  </a:cubicBezTo>
                  <a:lnTo>
                    <a:pt x="3787" y="6022"/>
                  </a:lnTo>
                  <a:cubicBezTo>
                    <a:pt x="3787" y="6117"/>
                    <a:pt x="3858" y="6188"/>
                    <a:pt x="3954" y="6188"/>
                  </a:cubicBezTo>
                  <a:cubicBezTo>
                    <a:pt x="4037" y="6188"/>
                    <a:pt x="4108" y="6117"/>
                    <a:pt x="4108" y="6022"/>
                  </a:cubicBezTo>
                  <a:lnTo>
                    <a:pt x="4108" y="4974"/>
                  </a:lnTo>
                  <a:cubicBezTo>
                    <a:pt x="4132" y="4712"/>
                    <a:pt x="3977" y="4474"/>
                    <a:pt x="3739" y="4379"/>
                  </a:cubicBezTo>
                  <a:lnTo>
                    <a:pt x="3096" y="4045"/>
                  </a:lnTo>
                  <a:cubicBezTo>
                    <a:pt x="3537" y="3926"/>
                    <a:pt x="3799" y="3759"/>
                    <a:pt x="3930" y="3676"/>
                  </a:cubicBezTo>
                  <a:cubicBezTo>
                    <a:pt x="4073" y="3581"/>
                    <a:pt x="4108" y="3426"/>
                    <a:pt x="4049" y="3271"/>
                  </a:cubicBezTo>
                  <a:cubicBezTo>
                    <a:pt x="3918" y="2962"/>
                    <a:pt x="3775" y="2378"/>
                    <a:pt x="3775" y="1735"/>
                  </a:cubicBezTo>
                  <a:cubicBezTo>
                    <a:pt x="3775" y="866"/>
                    <a:pt x="3084" y="104"/>
                    <a:pt x="2227" y="9"/>
                  </a:cubicBezTo>
                  <a:cubicBezTo>
                    <a:pt x="2174" y="3"/>
                    <a:pt x="2120" y="0"/>
                    <a:pt x="2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9249;p16">
              <a:extLst>
                <a:ext uri="{FF2B5EF4-FFF2-40B4-BE49-F238E27FC236}">
                  <a16:creationId xmlns:a16="http://schemas.microsoft.com/office/drawing/2014/main" id="{0FCEAB6E-0378-495B-BBB1-3C56CFFBBAF7}"/>
                </a:ext>
              </a:extLst>
            </p:cNvPr>
            <p:cNvSpPr/>
            <p:nvPr/>
          </p:nvSpPr>
          <p:spPr>
            <a:xfrm>
              <a:off x="3116592" y="2293778"/>
              <a:ext cx="10630" cy="32241"/>
            </a:xfrm>
            <a:custGeom>
              <a:avLst/>
              <a:gdLst/>
              <a:ahLst/>
              <a:cxnLst/>
              <a:rect l="l" t="t" r="r" b="b"/>
              <a:pathLst>
                <a:path w="334" h="1013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67" y="1012"/>
                  </a:cubicBezTo>
                  <a:cubicBezTo>
                    <a:pt x="250" y="1012"/>
                    <a:pt x="334" y="941"/>
                    <a:pt x="334" y="846"/>
                  </a:cubicBezTo>
                  <a:lnTo>
                    <a:pt x="334" y="167"/>
                  </a:ln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9250;p16">
              <a:extLst>
                <a:ext uri="{FF2B5EF4-FFF2-40B4-BE49-F238E27FC236}">
                  <a16:creationId xmlns:a16="http://schemas.microsoft.com/office/drawing/2014/main" id="{C0B68521-02B4-401F-82EC-8802FEE63E8B}"/>
                </a:ext>
              </a:extLst>
            </p:cNvPr>
            <p:cNvSpPr/>
            <p:nvPr/>
          </p:nvSpPr>
          <p:spPr>
            <a:xfrm>
              <a:off x="3193519" y="2293778"/>
              <a:ext cx="10248" cy="32241"/>
            </a:xfrm>
            <a:custGeom>
              <a:avLst/>
              <a:gdLst/>
              <a:ahLst/>
              <a:cxnLst/>
              <a:rect l="l" t="t" r="r" b="b"/>
              <a:pathLst>
                <a:path w="322" h="1013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55" y="1012"/>
                  </a:cubicBezTo>
                  <a:cubicBezTo>
                    <a:pt x="250" y="1012"/>
                    <a:pt x="322" y="941"/>
                    <a:pt x="322" y="846"/>
                  </a:cubicBezTo>
                  <a:lnTo>
                    <a:pt x="322" y="167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9251;p16">
              <a:extLst>
                <a:ext uri="{FF2B5EF4-FFF2-40B4-BE49-F238E27FC236}">
                  <a16:creationId xmlns:a16="http://schemas.microsoft.com/office/drawing/2014/main" id="{6A5FE01B-B8F6-45FB-A4EB-C8D6E174F5B3}"/>
                </a:ext>
              </a:extLst>
            </p:cNvPr>
            <p:cNvSpPr/>
            <p:nvPr/>
          </p:nvSpPr>
          <p:spPr>
            <a:xfrm>
              <a:off x="3346227" y="2166755"/>
              <a:ext cx="54966" cy="18301"/>
            </a:xfrm>
            <a:custGeom>
              <a:avLst/>
              <a:gdLst/>
              <a:ahLst/>
              <a:cxnLst/>
              <a:rect l="l" t="t" r="r" b="b"/>
              <a:pathLst>
                <a:path w="1727" h="575" extrusionOk="0">
                  <a:moveTo>
                    <a:pt x="646" y="0"/>
                  </a:moveTo>
                  <a:cubicBezTo>
                    <a:pt x="494" y="0"/>
                    <a:pt x="326" y="15"/>
                    <a:pt x="143" y="50"/>
                  </a:cubicBezTo>
                  <a:cubicBezTo>
                    <a:pt x="60" y="62"/>
                    <a:pt x="0" y="122"/>
                    <a:pt x="0" y="217"/>
                  </a:cubicBezTo>
                  <a:lnTo>
                    <a:pt x="0" y="396"/>
                  </a:lnTo>
                  <a:cubicBezTo>
                    <a:pt x="0" y="479"/>
                    <a:pt x="84" y="550"/>
                    <a:pt x="167" y="550"/>
                  </a:cubicBezTo>
                  <a:cubicBezTo>
                    <a:pt x="262" y="550"/>
                    <a:pt x="334" y="479"/>
                    <a:pt x="334" y="396"/>
                  </a:cubicBezTo>
                  <a:lnTo>
                    <a:pt x="334" y="360"/>
                  </a:lnTo>
                  <a:cubicBezTo>
                    <a:pt x="445" y="344"/>
                    <a:pt x="549" y="338"/>
                    <a:pt x="645" y="338"/>
                  </a:cubicBezTo>
                  <a:cubicBezTo>
                    <a:pt x="845" y="338"/>
                    <a:pt x="1007" y="367"/>
                    <a:pt x="1120" y="407"/>
                  </a:cubicBezTo>
                  <a:cubicBezTo>
                    <a:pt x="1334" y="467"/>
                    <a:pt x="1453" y="538"/>
                    <a:pt x="1453" y="538"/>
                  </a:cubicBezTo>
                  <a:cubicBezTo>
                    <a:pt x="1477" y="550"/>
                    <a:pt x="1512" y="574"/>
                    <a:pt x="1536" y="574"/>
                  </a:cubicBezTo>
                  <a:cubicBezTo>
                    <a:pt x="1584" y="574"/>
                    <a:pt x="1643" y="538"/>
                    <a:pt x="1667" y="491"/>
                  </a:cubicBezTo>
                  <a:cubicBezTo>
                    <a:pt x="1727" y="396"/>
                    <a:pt x="1715" y="288"/>
                    <a:pt x="1643" y="241"/>
                  </a:cubicBezTo>
                  <a:cubicBezTo>
                    <a:pt x="1615" y="231"/>
                    <a:pt x="1258" y="0"/>
                    <a:pt x="6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9252;p16">
              <a:extLst>
                <a:ext uri="{FF2B5EF4-FFF2-40B4-BE49-F238E27FC236}">
                  <a16:creationId xmlns:a16="http://schemas.microsoft.com/office/drawing/2014/main" id="{7A036802-A2F4-4259-8AF6-E1185C1524A1}"/>
                </a:ext>
              </a:extLst>
            </p:cNvPr>
            <p:cNvSpPr/>
            <p:nvPr/>
          </p:nvSpPr>
          <p:spPr>
            <a:xfrm>
              <a:off x="3302655" y="2134991"/>
              <a:ext cx="141760" cy="192143"/>
            </a:xfrm>
            <a:custGeom>
              <a:avLst/>
              <a:gdLst/>
              <a:ahLst/>
              <a:cxnLst/>
              <a:rect l="l" t="t" r="r" b="b"/>
              <a:pathLst>
                <a:path w="4454" h="6037" extrusionOk="0">
                  <a:moveTo>
                    <a:pt x="3453" y="334"/>
                  </a:moveTo>
                  <a:lnTo>
                    <a:pt x="3453" y="1132"/>
                  </a:lnTo>
                  <a:cubicBezTo>
                    <a:pt x="3453" y="1263"/>
                    <a:pt x="3429" y="1405"/>
                    <a:pt x="3370" y="1525"/>
                  </a:cubicBezTo>
                  <a:lnTo>
                    <a:pt x="3310" y="1644"/>
                  </a:lnTo>
                  <a:cubicBezTo>
                    <a:pt x="3298" y="1667"/>
                    <a:pt x="3298" y="1691"/>
                    <a:pt x="3298" y="1715"/>
                  </a:cubicBezTo>
                  <a:lnTo>
                    <a:pt x="3298" y="2060"/>
                  </a:lnTo>
                  <a:cubicBezTo>
                    <a:pt x="3274" y="2346"/>
                    <a:pt x="3155" y="2608"/>
                    <a:pt x="2953" y="2799"/>
                  </a:cubicBezTo>
                  <a:cubicBezTo>
                    <a:pt x="2739" y="3001"/>
                    <a:pt x="2477" y="3096"/>
                    <a:pt x="2191" y="3096"/>
                  </a:cubicBezTo>
                  <a:cubicBezTo>
                    <a:pt x="1643" y="3084"/>
                    <a:pt x="1179" y="2596"/>
                    <a:pt x="1179" y="2013"/>
                  </a:cubicBezTo>
                  <a:lnTo>
                    <a:pt x="1179" y="1715"/>
                  </a:lnTo>
                  <a:cubicBezTo>
                    <a:pt x="1179" y="1691"/>
                    <a:pt x="1179" y="1667"/>
                    <a:pt x="1167" y="1644"/>
                  </a:cubicBezTo>
                  <a:lnTo>
                    <a:pt x="1107" y="1525"/>
                  </a:lnTo>
                  <a:cubicBezTo>
                    <a:pt x="1048" y="1405"/>
                    <a:pt x="1012" y="1275"/>
                    <a:pt x="1012" y="1132"/>
                  </a:cubicBezTo>
                  <a:cubicBezTo>
                    <a:pt x="1012" y="691"/>
                    <a:pt x="1369" y="334"/>
                    <a:pt x="1822" y="334"/>
                  </a:cubicBezTo>
                  <a:close/>
                  <a:moveTo>
                    <a:pt x="2762" y="3310"/>
                  </a:moveTo>
                  <a:lnTo>
                    <a:pt x="2762" y="3537"/>
                  </a:lnTo>
                  <a:cubicBezTo>
                    <a:pt x="2762" y="3572"/>
                    <a:pt x="2774" y="3620"/>
                    <a:pt x="2774" y="3680"/>
                  </a:cubicBezTo>
                  <a:lnTo>
                    <a:pt x="2239" y="4096"/>
                  </a:lnTo>
                  <a:lnTo>
                    <a:pt x="1691" y="3680"/>
                  </a:lnTo>
                  <a:cubicBezTo>
                    <a:pt x="1703" y="3632"/>
                    <a:pt x="1703" y="3584"/>
                    <a:pt x="1703" y="3537"/>
                  </a:cubicBezTo>
                  <a:lnTo>
                    <a:pt x="1703" y="3310"/>
                  </a:lnTo>
                  <a:cubicBezTo>
                    <a:pt x="1846" y="3370"/>
                    <a:pt x="2012" y="3406"/>
                    <a:pt x="2191" y="3406"/>
                  </a:cubicBezTo>
                  <a:lnTo>
                    <a:pt x="2239" y="3406"/>
                  </a:lnTo>
                  <a:cubicBezTo>
                    <a:pt x="2417" y="3406"/>
                    <a:pt x="2596" y="3382"/>
                    <a:pt x="2762" y="3310"/>
                  </a:cubicBezTo>
                  <a:close/>
                  <a:moveTo>
                    <a:pt x="1822" y="1"/>
                  </a:moveTo>
                  <a:cubicBezTo>
                    <a:pt x="1191" y="1"/>
                    <a:pt x="703" y="513"/>
                    <a:pt x="703" y="1120"/>
                  </a:cubicBezTo>
                  <a:cubicBezTo>
                    <a:pt x="703" y="1298"/>
                    <a:pt x="750" y="1489"/>
                    <a:pt x="822" y="1656"/>
                  </a:cubicBezTo>
                  <a:lnTo>
                    <a:pt x="869" y="1751"/>
                  </a:lnTo>
                  <a:lnTo>
                    <a:pt x="869" y="2001"/>
                  </a:lnTo>
                  <a:cubicBezTo>
                    <a:pt x="869" y="2441"/>
                    <a:pt x="1072" y="2846"/>
                    <a:pt x="1381" y="3096"/>
                  </a:cubicBezTo>
                  <a:lnTo>
                    <a:pt x="1381" y="3537"/>
                  </a:lnTo>
                  <a:cubicBezTo>
                    <a:pt x="1381" y="3608"/>
                    <a:pt x="1346" y="3680"/>
                    <a:pt x="1274" y="3703"/>
                  </a:cubicBezTo>
                  <a:lnTo>
                    <a:pt x="453" y="4025"/>
                  </a:lnTo>
                  <a:cubicBezTo>
                    <a:pt x="179" y="4132"/>
                    <a:pt x="0" y="4382"/>
                    <a:pt x="0" y="4668"/>
                  </a:cubicBezTo>
                  <a:lnTo>
                    <a:pt x="0" y="5858"/>
                  </a:lnTo>
                  <a:cubicBezTo>
                    <a:pt x="0" y="5942"/>
                    <a:pt x="83" y="6013"/>
                    <a:pt x="167" y="6013"/>
                  </a:cubicBezTo>
                  <a:cubicBezTo>
                    <a:pt x="262" y="6013"/>
                    <a:pt x="334" y="5942"/>
                    <a:pt x="334" y="5858"/>
                  </a:cubicBezTo>
                  <a:lnTo>
                    <a:pt x="334" y="4668"/>
                  </a:lnTo>
                  <a:cubicBezTo>
                    <a:pt x="334" y="4513"/>
                    <a:pt x="417" y="4382"/>
                    <a:pt x="560" y="4334"/>
                  </a:cubicBezTo>
                  <a:lnTo>
                    <a:pt x="1369" y="4025"/>
                  </a:lnTo>
                  <a:cubicBezTo>
                    <a:pt x="1417" y="4001"/>
                    <a:pt x="1465" y="3977"/>
                    <a:pt x="1488" y="3965"/>
                  </a:cubicBezTo>
                  <a:lnTo>
                    <a:pt x="2060" y="4394"/>
                  </a:lnTo>
                  <a:lnTo>
                    <a:pt x="2060" y="5870"/>
                  </a:lnTo>
                  <a:cubicBezTo>
                    <a:pt x="2060" y="5954"/>
                    <a:pt x="2131" y="6037"/>
                    <a:pt x="2215" y="6037"/>
                  </a:cubicBezTo>
                  <a:cubicBezTo>
                    <a:pt x="2310" y="6037"/>
                    <a:pt x="2381" y="5954"/>
                    <a:pt x="2381" y="5870"/>
                  </a:cubicBezTo>
                  <a:lnTo>
                    <a:pt x="2381" y="4394"/>
                  </a:lnTo>
                  <a:lnTo>
                    <a:pt x="2953" y="3965"/>
                  </a:lnTo>
                  <a:cubicBezTo>
                    <a:pt x="2977" y="3989"/>
                    <a:pt x="3024" y="4013"/>
                    <a:pt x="3072" y="4025"/>
                  </a:cubicBezTo>
                  <a:lnTo>
                    <a:pt x="3882" y="4334"/>
                  </a:lnTo>
                  <a:cubicBezTo>
                    <a:pt x="4024" y="4382"/>
                    <a:pt x="4108" y="4513"/>
                    <a:pt x="4108" y="4668"/>
                  </a:cubicBezTo>
                  <a:lnTo>
                    <a:pt x="4108" y="5858"/>
                  </a:lnTo>
                  <a:cubicBezTo>
                    <a:pt x="4108" y="5942"/>
                    <a:pt x="4179" y="6013"/>
                    <a:pt x="4274" y="6013"/>
                  </a:cubicBezTo>
                  <a:cubicBezTo>
                    <a:pt x="4358" y="6013"/>
                    <a:pt x="4441" y="5942"/>
                    <a:pt x="4441" y="5858"/>
                  </a:cubicBezTo>
                  <a:lnTo>
                    <a:pt x="4441" y="4668"/>
                  </a:lnTo>
                  <a:cubicBezTo>
                    <a:pt x="4453" y="4382"/>
                    <a:pt x="4274" y="4108"/>
                    <a:pt x="4024" y="4025"/>
                  </a:cubicBezTo>
                  <a:lnTo>
                    <a:pt x="3203" y="3703"/>
                  </a:lnTo>
                  <a:cubicBezTo>
                    <a:pt x="3131" y="3680"/>
                    <a:pt x="3084" y="3620"/>
                    <a:pt x="3084" y="3537"/>
                  </a:cubicBezTo>
                  <a:lnTo>
                    <a:pt x="3084" y="3108"/>
                  </a:lnTo>
                  <a:cubicBezTo>
                    <a:pt x="3120" y="3084"/>
                    <a:pt x="3155" y="3060"/>
                    <a:pt x="3191" y="3025"/>
                  </a:cubicBezTo>
                  <a:cubicBezTo>
                    <a:pt x="3453" y="2775"/>
                    <a:pt x="3608" y="2418"/>
                    <a:pt x="3608" y="2037"/>
                  </a:cubicBezTo>
                  <a:lnTo>
                    <a:pt x="3608" y="1727"/>
                  </a:lnTo>
                  <a:lnTo>
                    <a:pt x="3655" y="1644"/>
                  </a:lnTo>
                  <a:cubicBezTo>
                    <a:pt x="3739" y="1477"/>
                    <a:pt x="3774" y="1298"/>
                    <a:pt x="3774" y="1108"/>
                  </a:cubicBezTo>
                  <a:lnTo>
                    <a:pt x="3774" y="167"/>
                  </a:lnTo>
                  <a:cubicBezTo>
                    <a:pt x="3774" y="84"/>
                    <a:pt x="3691" y="1"/>
                    <a:pt x="3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" name="Google Shape;9253;p16">
              <a:extLst>
                <a:ext uri="{FF2B5EF4-FFF2-40B4-BE49-F238E27FC236}">
                  <a16:creationId xmlns:a16="http://schemas.microsoft.com/office/drawing/2014/main" id="{A0BB6053-9A30-485F-943A-5A5ED9CDA718}"/>
                </a:ext>
              </a:extLst>
            </p:cNvPr>
            <p:cNvSpPr/>
            <p:nvPr/>
          </p:nvSpPr>
          <p:spPr>
            <a:xfrm>
              <a:off x="3330313" y="2288463"/>
              <a:ext cx="10248" cy="37938"/>
            </a:xfrm>
            <a:custGeom>
              <a:avLst/>
              <a:gdLst/>
              <a:ahLst/>
              <a:cxnLst/>
              <a:rect l="l" t="t" r="r" b="b"/>
              <a:pathLst>
                <a:path w="322" h="1192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72" y="1191"/>
                    <a:pt x="167" y="1191"/>
                  </a:cubicBezTo>
                  <a:cubicBezTo>
                    <a:pt x="250" y="1191"/>
                    <a:pt x="322" y="1120"/>
                    <a:pt x="322" y="1036"/>
                  </a:cubicBezTo>
                  <a:lnTo>
                    <a:pt x="322" y="167"/>
                  </a:lnTo>
                  <a:cubicBezTo>
                    <a:pt x="310" y="84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9254;p16">
              <a:extLst>
                <a:ext uri="{FF2B5EF4-FFF2-40B4-BE49-F238E27FC236}">
                  <a16:creationId xmlns:a16="http://schemas.microsoft.com/office/drawing/2014/main" id="{E55ED4E9-3DBD-4381-8CEF-8DD248C7B2F4}"/>
                </a:ext>
              </a:extLst>
            </p:cNvPr>
            <p:cNvSpPr/>
            <p:nvPr/>
          </p:nvSpPr>
          <p:spPr>
            <a:xfrm>
              <a:off x="3406859" y="2288463"/>
              <a:ext cx="10630" cy="37938"/>
            </a:xfrm>
            <a:custGeom>
              <a:avLst/>
              <a:gdLst/>
              <a:ahLst/>
              <a:cxnLst/>
              <a:rect l="l" t="t" r="r" b="b"/>
              <a:pathLst>
                <a:path w="334" h="1192" extrusionOk="0">
                  <a:moveTo>
                    <a:pt x="167" y="1"/>
                  </a:moveTo>
                  <a:cubicBezTo>
                    <a:pt x="84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84" y="1191"/>
                    <a:pt x="167" y="1191"/>
                  </a:cubicBezTo>
                  <a:cubicBezTo>
                    <a:pt x="262" y="1191"/>
                    <a:pt x="334" y="1120"/>
                    <a:pt x="334" y="1036"/>
                  </a:cubicBezTo>
                  <a:lnTo>
                    <a:pt x="334" y="167"/>
                  </a:lnTo>
                  <a:cubicBezTo>
                    <a:pt x="322" y="84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9255;p16">
              <a:extLst>
                <a:ext uri="{FF2B5EF4-FFF2-40B4-BE49-F238E27FC236}">
                  <a16:creationId xmlns:a16="http://schemas.microsoft.com/office/drawing/2014/main" id="{45C22827-D1F4-468D-9885-06F7EB693F54}"/>
                </a:ext>
              </a:extLst>
            </p:cNvPr>
            <p:cNvSpPr/>
            <p:nvPr/>
          </p:nvSpPr>
          <p:spPr>
            <a:xfrm>
              <a:off x="3149183" y="1976585"/>
              <a:ext cx="219419" cy="183072"/>
            </a:xfrm>
            <a:custGeom>
              <a:avLst/>
              <a:gdLst/>
              <a:ahLst/>
              <a:cxnLst/>
              <a:rect l="l" t="t" r="r" b="b"/>
              <a:pathLst>
                <a:path w="6894" h="5752" extrusionOk="0">
                  <a:moveTo>
                    <a:pt x="2369" y="4108"/>
                  </a:moveTo>
                  <a:lnTo>
                    <a:pt x="2286" y="4466"/>
                  </a:lnTo>
                  <a:lnTo>
                    <a:pt x="2060" y="4466"/>
                  </a:lnTo>
                  <a:cubicBezTo>
                    <a:pt x="1869" y="4466"/>
                    <a:pt x="1703" y="4299"/>
                    <a:pt x="1703" y="4108"/>
                  </a:cubicBezTo>
                  <a:close/>
                  <a:moveTo>
                    <a:pt x="5513" y="310"/>
                  </a:moveTo>
                  <a:cubicBezTo>
                    <a:pt x="5703" y="310"/>
                    <a:pt x="5870" y="477"/>
                    <a:pt x="5870" y="667"/>
                  </a:cubicBezTo>
                  <a:lnTo>
                    <a:pt x="5870" y="3418"/>
                  </a:lnTo>
                  <a:cubicBezTo>
                    <a:pt x="5870" y="3608"/>
                    <a:pt x="5703" y="3775"/>
                    <a:pt x="5513" y="3775"/>
                  </a:cubicBezTo>
                  <a:lnTo>
                    <a:pt x="4132" y="3775"/>
                  </a:lnTo>
                  <a:cubicBezTo>
                    <a:pt x="4096" y="3775"/>
                    <a:pt x="4048" y="3787"/>
                    <a:pt x="4036" y="3811"/>
                  </a:cubicBezTo>
                  <a:lnTo>
                    <a:pt x="2500" y="4918"/>
                  </a:lnTo>
                  <a:lnTo>
                    <a:pt x="2739" y="3966"/>
                  </a:lnTo>
                  <a:cubicBezTo>
                    <a:pt x="2762" y="3930"/>
                    <a:pt x="2739" y="3870"/>
                    <a:pt x="2715" y="3835"/>
                  </a:cubicBezTo>
                  <a:cubicBezTo>
                    <a:pt x="2679" y="3787"/>
                    <a:pt x="2643" y="3775"/>
                    <a:pt x="2584" y="3775"/>
                  </a:cubicBezTo>
                  <a:lnTo>
                    <a:pt x="691" y="3775"/>
                  </a:lnTo>
                  <a:cubicBezTo>
                    <a:pt x="500" y="3775"/>
                    <a:pt x="333" y="3608"/>
                    <a:pt x="333" y="3418"/>
                  </a:cubicBezTo>
                  <a:lnTo>
                    <a:pt x="333" y="667"/>
                  </a:lnTo>
                  <a:cubicBezTo>
                    <a:pt x="333" y="477"/>
                    <a:pt x="500" y="310"/>
                    <a:pt x="691" y="310"/>
                  </a:cubicBezTo>
                  <a:close/>
                  <a:moveTo>
                    <a:pt x="6215" y="989"/>
                  </a:moveTo>
                  <a:cubicBezTo>
                    <a:pt x="6406" y="989"/>
                    <a:pt x="6572" y="1156"/>
                    <a:pt x="6572" y="1346"/>
                  </a:cubicBezTo>
                  <a:lnTo>
                    <a:pt x="6572" y="4108"/>
                  </a:lnTo>
                  <a:lnTo>
                    <a:pt x="6549" y="4108"/>
                  </a:lnTo>
                  <a:cubicBezTo>
                    <a:pt x="6549" y="4299"/>
                    <a:pt x="6394" y="4466"/>
                    <a:pt x="6191" y="4466"/>
                  </a:cubicBezTo>
                  <a:lnTo>
                    <a:pt x="4810" y="4466"/>
                  </a:lnTo>
                  <a:cubicBezTo>
                    <a:pt x="4763" y="4466"/>
                    <a:pt x="4727" y="4477"/>
                    <a:pt x="4691" y="4513"/>
                  </a:cubicBezTo>
                  <a:cubicBezTo>
                    <a:pt x="4667" y="4549"/>
                    <a:pt x="4644" y="4608"/>
                    <a:pt x="4667" y="4656"/>
                  </a:cubicBezTo>
                  <a:lnTo>
                    <a:pt x="4763" y="5323"/>
                  </a:lnTo>
                  <a:lnTo>
                    <a:pt x="3596" y="4537"/>
                  </a:lnTo>
                  <a:lnTo>
                    <a:pt x="4191" y="4096"/>
                  </a:lnTo>
                  <a:lnTo>
                    <a:pt x="5513" y="4096"/>
                  </a:lnTo>
                  <a:cubicBezTo>
                    <a:pt x="5882" y="4096"/>
                    <a:pt x="6191" y="3799"/>
                    <a:pt x="6191" y="3418"/>
                  </a:cubicBezTo>
                  <a:lnTo>
                    <a:pt x="6191" y="989"/>
                  </a:lnTo>
                  <a:close/>
                  <a:moveTo>
                    <a:pt x="691" y="1"/>
                  </a:moveTo>
                  <a:cubicBezTo>
                    <a:pt x="322" y="1"/>
                    <a:pt x="0" y="298"/>
                    <a:pt x="0" y="679"/>
                  </a:cubicBezTo>
                  <a:lnTo>
                    <a:pt x="0" y="3430"/>
                  </a:lnTo>
                  <a:cubicBezTo>
                    <a:pt x="0" y="3811"/>
                    <a:pt x="298" y="4120"/>
                    <a:pt x="691" y="4120"/>
                  </a:cubicBezTo>
                  <a:lnTo>
                    <a:pt x="1393" y="4120"/>
                  </a:lnTo>
                  <a:lnTo>
                    <a:pt x="1393" y="4132"/>
                  </a:lnTo>
                  <a:cubicBezTo>
                    <a:pt x="1393" y="4501"/>
                    <a:pt x="1691" y="4823"/>
                    <a:pt x="2072" y="4823"/>
                  </a:cubicBezTo>
                  <a:lnTo>
                    <a:pt x="2203" y="4823"/>
                  </a:lnTo>
                  <a:lnTo>
                    <a:pt x="2143" y="5073"/>
                  </a:lnTo>
                  <a:cubicBezTo>
                    <a:pt x="2119" y="5180"/>
                    <a:pt x="2167" y="5275"/>
                    <a:pt x="2250" y="5335"/>
                  </a:cubicBezTo>
                  <a:cubicBezTo>
                    <a:pt x="2298" y="5370"/>
                    <a:pt x="2346" y="5382"/>
                    <a:pt x="2381" y="5382"/>
                  </a:cubicBezTo>
                  <a:cubicBezTo>
                    <a:pt x="2429" y="5382"/>
                    <a:pt x="2489" y="5370"/>
                    <a:pt x="2536" y="5335"/>
                  </a:cubicBezTo>
                  <a:lnTo>
                    <a:pt x="3251" y="4823"/>
                  </a:lnTo>
                  <a:lnTo>
                    <a:pt x="3417" y="4823"/>
                  </a:lnTo>
                  <a:lnTo>
                    <a:pt x="4751" y="5716"/>
                  </a:lnTo>
                  <a:cubicBezTo>
                    <a:pt x="4798" y="5740"/>
                    <a:pt x="4846" y="5751"/>
                    <a:pt x="4882" y="5751"/>
                  </a:cubicBezTo>
                  <a:cubicBezTo>
                    <a:pt x="4929" y="5751"/>
                    <a:pt x="4977" y="5740"/>
                    <a:pt x="5025" y="5716"/>
                  </a:cubicBezTo>
                  <a:cubicBezTo>
                    <a:pt x="5108" y="5656"/>
                    <a:pt x="5144" y="5561"/>
                    <a:pt x="5120" y="5454"/>
                  </a:cubicBezTo>
                  <a:lnTo>
                    <a:pt x="5025" y="4799"/>
                  </a:lnTo>
                  <a:lnTo>
                    <a:pt x="6215" y="4799"/>
                  </a:lnTo>
                  <a:cubicBezTo>
                    <a:pt x="6584" y="4799"/>
                    <a:pt x="6894" y="4501"/>
                    <a:pt x="6894" y="4120"/>
                  </a:cubicBezTo>
                  <a:lnTo>
                    <a:pt x="6894" y="1370"/>
                  </a:lnTo>
                  <a:cubicBezTo>
                    <a:pt x="6870" y="977"/>
                    <a:pt x="6572" y="679"/>
                    <a:pt x="6191" y="679"/>
                  </a:cubicBezTo>
                  <a:cubicBezTo>
                    <a:pt x="6179" y="298"/>
                    <a:pt x="5882" y="1"/>
                    <a:pt x="55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8" name="Google Shape;9256;p16">
              <a:extLst>
                <a:ext uri="{FF2B5EF4-FFF2-40B4-BE49-F238E27FC236}">
                  <a16:creationId xmlns:a16="http://schemas.microsoft.com/office/drawing/2014/main" id="{6882A4D5-CD98-4138-8A4C-AC08E5189F96}"/>
                </a:ext>
              </a:extLst>
            </p:cNvPr>
            <p:cNvSpPr/>
            <p:nvPr/>
          </p:nvSpPr>
          <p:spPr>
            <a:xfrm>
              <a:off x="3187822" y="2009177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55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1"/>
                    <a:pt x="846" y="167"/>
                  </a:cubicBezTo>
                  <a:cubicBezTo>
                    <a:pt x="846" y="72"/>
                    <a:pt x="774" y="1"/>
                    <a:pt x="6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9" name="Google Shape;9257;p16">
              <a:extLst>
                <a:ext uri="{FF2B5EF4-FFF2-40B4-BE49-F238E27FC236}">
                  <a16:creationId xmlns:a16="http://schemas.microsoft.com/office/drawing/2014/main" id="{E8C60C93-9110-4F52-A175-FD53B03E44BE}"/>
                </a:ext>
              </a:extLst>
            </p:cNvPr>
            <p:cNvSpPr/>
            <p:nvPr/>
          </p:nvSpPr>
          <p:spPr>
            <a:xfrm>
              <a:off x="3226110" y="2009177"/>
              <a:ext cx="81478" cy="10280"/>
            </a:xfrm>
            <a:custGeom>
              <a:avLst/>
              <a:gdLst/>
              <a:ahLst/>
              <a:cxnLst/>
              <a:rect l="l" t="t" r="r" b="b"/>
              <a:pathLst>
                <a:path w="2560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2393" y="322"/>
                  </a:lnTo>
                  <a:cubicBezTo>
                    <a:pt x="2488" y="322"/>
                    <a:pt x="2560" y="251"/>
                    <a:pt x="2560" y="167"/>
                  </a:cubicBezTo>
                  <a:cubicBezTo>
                    <a:pt x="2560" y="72"/>
                    <a:pt x="2488" y="1"/>
                    <a:pt x="23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" name="Google Shape;9258;p16">
              <a:extLst>
                <a:ext uri="{FF2B5EF4-FFF2-40B4-BE49-F238E27FC236}">
                  <a16:creationId xmlns:a16="http://schemas.microsoft.com/office/drawing/2014/main" id="{9C60886F-2C3C-4D98-8DA6-1A9A4E1F0E5F}"/>
                </a:ext>
              </a:extLst>
            </p:cNvPr>
            <p:cNvSpPr/>
            <p:nvPr/>
          </p:nvSpPr>
          <p:spPr>
            <a:xfrm>
              <a:off x="3187822" y="2036453"/>
              <a:ext cx="119767" cy="10662"/>
            </a:xfrm>
            <a:custGeom>
              <a:avLst/>
              <a:gdLst/>
              <a:ahLst/>
              <a:cxnLst/>
              <a:rect l="l" t="t" r="r" b="b"/>
              <a:pathLst>
                <a:path w="3763" h="335" extrusionOk="0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5" y="334"/>
                  </a:cubicBezTo>
                  <a:lnTo>
                    <a:pt x="3596" y="334"/>
                  </a:lnTo>
                  <a:cubicBezTo>
                    <a:pt x="3691" y="334"/>
                    <a:pt x="3763" y="263"/>
                    <a:pt x="3763" y="168"/>
                  </a:cubicBezTo>
                  <a:cubicBezTo>
                    <a:pt x="3763" y="84"/>
                    <a:pt x="3691" y="1"/>
                    <a:pt x="35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" name="Google Shape;9259;p16">
              <a:extLst>
                <a:ext uri="{FF2B5EF4-FFF2-40B4-BE49-F238E27FC236}">
                  <a16:creationId xmlns:a16="http://schemas.microsoft.com/office/drawing/2014/main" id="{CF811A9B-29A4-4887-A441-106B6866FA42}"/>
                </a:ext>
              </a:extLst>
            </p:cNvPr>
            <p:cNvSpPr/>
            <p:nvPr/>
          </p:nvSpPr>
          <p:spPr>
            <a:xfrm>
              <a:off x="3187822" y="2064143"/>
              <a:ext cx="81510" cy="10248"/>
            </a:xfrm>
            <a:custGeom>
              <a:avLst/>
              <a:gdLst/>
              <a:ahLst/>
              <a:cxnLst/>
              <a:rect l="l" t="t" r="r" b="b"/>
              <a:pathLst>
                <a:path w="2561" h="322" extrusionOk="0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2394" y="322"/>
                  </a:lnTo>
                  <a:cubicBezTo>
                    <a:pt x="2477" y="322"/>
                    <a:pt x="2560" y="250"/>
                    <a:pt x="2560" y="167"/>
                  </a:cubicBezTo>
                  <a:cubicBezTo>
                    <a:pt x="2560" y="72"/>
                    <a:pt x="2477" y="0"/>
                    <a:pt x="23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" name="Google Shape;9260;p16">
              <a:extLst>
                <a:ext uri="{FF2B5EF4-FFF2-40B4-BE49-F238E27FC236}">
                  <a16:creationId xmlns:a16="http://schemas.microsoft.com/office/drawing/2014/main" id="{85927E40-93A5-4818-AF39-438DCF5AAED1}"/>
                </a:ext>
              </a:extLst>
            </p:cNvPr>
            <p:cNvSpPr/>
            <p:nvPr/>
          </p:nvSpPr>
          <p:spPr>
            <a:xfrm>
              <a:off x="3280663" y="2064143"/>
              <a:ext cx="26926" cy="10248"/>
            </a:xfrm>
            <a:custGeom>
              <a:avLst/>
              <a:gdLst/>
              <a:ahLst/>
              <a:cxnLst/>
              <a:rect l="l" t="t" r="r" b="b"/>
              <a:pathLst>
                <a:path w="846" h="322" extrusionOk="0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019908" y="1174598"/>
            <a:ext cx="6386732" cy="300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725" y="1093204"/>
            <a:ext cx="2733549" cy="3528033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789" y="1093204"/>
            <a:ext cx="2855817" cy="352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20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5" grpId="0"/>
      <p:bldP spid="8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Elipse 52">
            <a:extLst>
              <a:ext uri="{FF2B5EF4-FFF2-40B4-BE49-F238E27FC236}">
                <a16:creationId xmlns:a16="http://schemas.microsoft.com/office/drawing/2014/main" id="{06FB16A4-B912-4B48-A138-81BB2A378318}"/>
              </a:ext>
            </a:extLst>
          </p:cNvPr>
          <p:cNvSpPr/>
          <p:nvPr/>
        </p:nvSpPr>
        <p:spPr>
          <a:xfrm>
            <a:off x="6235527" y="133382"/>
            <a:ext cx="786938" cy="78693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DDB381-A964-40D1-8EC8-73CF6F58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26" y="526851"/>
            <a:ext cx="7696200" cy="396363"/>
          </a:xfrm>
        </p:spPr>
        <p:txBody>
          <a:bodyPr>
            <a:noAutofit/>
          </a:bodyPr>
          <a:lstStyle/>
          <a:p>
            <a:r>
              <a:rPr lang="en-US" dirty="0" smtClean="0"/>
              <a:t>USE-CASE Diagram</a:t>
            </a:r>
            <a:endParaRPr lang="en-US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D07E96BA-1537-42DC-ACF5-CFEFA7C1FB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0193876"/>
              </p:ext>
            </p:extLst>
          </p:nvPr>
        </p:nvGraphicFramePr>
        <p:xfrm>
          <a:off x="4353426" y="1123399"/>
          <a:ext cx="4066674" cy="2711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6" name="Picture 15"/>
          <p:cNvPicPr/>
          <p:nvPr/>
        </p:nvPicPr>
        <p:blipFill>
          <a:blip r:embed="rId3"/>
          <a:stretch>
            <a:fillRect/>
          </a:stretch>
        </p:blipFill>
        <p:spPr>
          <a:xfrm>
            <a:off x="1185203" y="1040594"/>
            <a:ext cx="5943600" cy="34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672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4" grpId="0"/>
      <p:bldGraphic spid="6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8F57F800-C2F0-4C4C-8553-6420C43492B4}"/>
              </a:ext>
            </a:extLst>
          </p:cNvPr>
          <p:cNvSpPr/>
          <p:nvPr/>
        </p:nvSpPr>
        <p:spPr>
          <a:xfrm>
            <a:off x="5712287" y="128194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>
          <a:xfrm>
            <a:off x="4185920" y="1310400"/>
            <a:ext cx="4521200" cy="2438640"/>
          </a:xfrm>
        </p:spPr>
        <p:txBody>
          <a:bodyPr/>
          <a:lstStyle/>
          <a:p>
            <a:r>
              <a:rPr lang="en-US" dirty="0" smtClean="0"/>
              <a:t>Class Diagram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30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4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Elipse 178">
            <a:extLst>
              <a:ext uri="{FF2B5EF4-FFF2-40B4-BE49-F238E27FC236}">
                <a16:creationId xmlns:a16="http://schemas.microsoft.com/office/drawing/2014/main" id="{43FCB987-10B3-4DBC-99DD-2938FCD037DB}"/>
              </a:ext>
            </a:extLst>
          </p:cNvPr>
          <p:cNvSpPr/>
          <p:nvPr/>
        </p:nvSpPr>
        <p:spPr>
          <a:xfrm>
            <a:off x="6666559" y="129050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75693-0101-47F8-8FF6-40B84B49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Autofit/>
          </a:bodyPr>
          <a:lstStyle/>
          <a:p>
            <a:r>
              <a:rPr lang="es-ES" dirty="0" err="1" smtClean="0"/>
              <a:t>Context</a:t>
            </a:r>
            <a:r>
              <a:rPr lang="es-ES" dirty="0" smtClean="0"/>
              <a:t> </a:t>
            </a:r>
            <a:r>
              <a:rPr lang="es-ES" dirty="0" err="1" smtClean="0"/>
              <a:t>Model</a:t>
            </a:r>
            <a:r>
              <a:rPr lang="es-ES" dirty="0" smtClean="0"/>
              <a:t> in QR </a:t>
            </a:r>
            <a:r>
              <a:rPr lang="es-ES" dirty="0" err="1" smtClean="0"/>
              <a:t>system</a:t>
            </a:r>
            <a:endParaRPr lang="en-US" dirty="0"/>
          </a:p>
        </p:txBody>
      </p:sp>
      <p:sp>
        <p:nvSpPr>
          <p:cNvPr id="73" name="Text Placeholder 20">
            <a:extLst>
              <a:ext uri="{FF2B5EF4-FFF2-40B4-BE49-F238E27FC236}">
                <a16:creationId xmlns:a16="http://schemas.microsoft.com/office/drawing/2014/main" id="{395374C8-A3EF-42D6-8F0B-8EB13EB018D6}"/>
              </a:ext>
            </a:extLst>
          </p:cNvPr>
          <p:cNvSpPr txBox="1">
            <a:spLocks/>
          </p:cNvSpPr>
          <p:nvPr/>
        </p:nvSpPr>
        <p:spPr>
          <a:xfrm>
            <a:off x="3828710" y="1647125"/>
            <a:ext cx="531894" cy="265280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01</a:t>
            </a:r>
            <a:endParaRPr lang="en-US" sz="1400" dirty="0">
              <a:solidFill>
                <a:srgbClr val="F9F9F1"/>
              </a:solidFill>
            </a:endParaRPr>
          </a:p>
        </p:txBody>
      </p:sp>
      <p:sp>
        <p:nvSpPr>
          <p:cNvPr id="82" name="Text Placeholder 20">
            <a:extLst>
              <a:ext uri="{FF2B5EF4-FFF2-40B4-BE49-F238E27FC236}">
                <a16:creationId xmlns:a16="http://schemas.microsoft.com/office/drawing/2014/main" id="{7A77445C-2005-47A0-8B8A-C36D59F9A126}"/>
              </a:ext>
            </a:extLst>
          </p:cNvPr>
          <p:cNvSpPr txBox="1">
            <a:spLocks/>
          </p:cNvSpPr>
          <p:nvPr/>
        </p:nvSpPr>
        <p:spPr>
          <a:xfrm>
            <a:off x="4725931" y="1646772"/>
            <a:ext cx="531894" cy="265633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02</a:t>
            </a:r>
            <a:endParaRPr lang="en-US" sz="1400" dirty="0">
              <a:solidFill>
                <a:srgbClr val="F9F9F1"/>
              </a:solidFill>
            </a:endParaRPr>
          </a:p>
        </p:txBody>
      </p:sp>
      <p:sp>
        <p:nvSpPr>
          <p:cNvPr id="87" name="Text Placeholder 20">
            <a:extLst>
              <a:ext uri="{FF2B5EF4-FFF2-40B4-BE49-F238E27FC236}">
                <a16:creationId xmlns:a16="http://schemas.microsoft.com/office/drawing/2014/main" id="{EC9E6752-6382-48F9-A14A-C735E4986BF9}"/>
              </a:ext>
            </a:extLst>
          </p:cNvPr>
          <p:cNvSpPr txBox="1">
            <a:spLocks/>
          </p:cNvSpPr>
          <p:nvPr/>
        </p:nvSpPr>
        <p:spPr>
          <a:xfrm>
            <a:off x="3831193" y="4024317"/>
            <a:ext cx="531894" cy="265280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03</a:t>
            </a:r>
            <a:endParaRPr lang="en-US" sz="1400" dirty="0">
              <a:solidFill>
                <a:srgbClr val="F9F9F1"/>
              </a:solidFill>
            </a:endParaRPr>
          </a:p>
        </p:txBody>
      </p:sp>
      <p:sp>
        <p:nvSpPr>
          <p:cNvPr id="89" name="Text Placeholder 20">
            <a:extLst>
              <a:ext uri="{FF2B5EF4-FFF2-40B4-BE49-F238E27FC236}">
                <a16:creationId xmlns:a16="http://schemas.microsoft.com/office/drawing/2014/main" id="{40266BC4-4114-4DA7-A0A5-6B24B6FD4F19}"/>
              </a:ext>
            </a:extLst>
          </p:cNvPr>
          <p:cNvSpPr txBox="1">
            <a:spLocks/>
          </p:cNvSpPr>
          <p:nvPr/>
        </p:nvSpPr>
        <p:spPr>
          <a:xfrm>
            <a:off x="4725931" y="4024317"/>
            <a:ext cx="531894" cy="265280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04</a:t>
            </a:r>
          </a:p>
        </p:txBody>
      </p:sp>
      <p:grpSp>
        <p:nvGrpSpPr>
          <p:cNvPr id="113" name="Google Shape;11760;p20">
            <a:extLst>
              <a:ext uri="{FF2B5EF4-FFF2-40B4-BE49-F238E27FC236}">
                <a16:creationId xmlns:a16="http://schemas.microsoft.com/office/drawing/2014/main" id="{78E8CA04-4CDA-4328-853C-6ABE3B3D016A}"/>
              </a:ext>
            </a:extLst>
          </p:cNvPr>
          <p:cNvGrpSpPr/>
          <p:nvPr/>
        </p:nvGrpSpPr>
        <p:grpSpPr>
          <a:xfrm>
            <a:off x="949461" y="3831878"/>
            <a:ext cx="347934" cy="310024"/>
            <a:chOff x="1327676" y="2910480"/>
            <a:chExt cx="347934" cy="310024"/>
          </a:xfrm>
          <a:solidFill>
            <a:schemeClr val="bg1"/>
          </a:solidFill>
        </p:grpSpPr>
        <p:sp>
          <p:nvSpPr>
            <p:cNvPr id="114" name="Google Shape;11761;p20">
              <a:extLst>
                <a:ext uri="{FF2B5EF4-FFF2-40B4-BE49-F238E27FC236}">
                  <a16:creationId xmlns:a16="http://schemas.microsoft.com/office/drawing/2014/main" id="{B79CD8DA-48FB-409F-83C5-F70118E5E810}"/>
                </a:ext>
              </a:extLst>
            </p:cNvPr>
            <p:cNvSpPr/>
            <p:nvPr/>
          </p:nvSpPr>
          <p:spPr>
            <a:xfrm>
              <a:off x="1367081" y="3067370"/>
              <a:ext cx="43257" cy="15565"/>
            </a:xfrm>
            <a:custGeom>
              <a:avLst/>
              <a:gdLst/>
              <a:ahLst/>
              <a:cxnLst/>
              <a:rect l="l" t="t" r="r" b="b"/>
              <a:pathLst>
                <a:path w="1359" h="489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8"/>
                    <a:pt x="1168" y="488"/>
                    <a:pt x="1191" y="488"/>
                  </a:cubicBezTo>
                  <a:cubicBezTo>
                    <a:pt x="1251" y="488"/>
                    <a:pt x="1310" y="465"/>
                    <a:pt x="1346" y="405"/>
                  </a:cubicBezTo>
                  <a:cubicBezTo>
                    <a:pt x="1358" y="322"/>
                    <a:pt x="1334" y="238"/>
                    <a:pt x="1251" y="191"/>
                  </a:cubicBezTo>
                  <a:cubicBezTo>
                    <a:pt x="882" y="12"/>
                    <a:pt x="19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" name="Google Shape;11762;p20">
              <a:extLst>
                <a:ext uri="{FF2B5EF4-FFF2-40B4-BE49-F238E27FC236}">
                  <a16:creationId xmlns:a16="http://schemas.microsoft.com/office/drawing/2014/main" id="{F1B0A7A0-3C88-4417-A94C-14115D0630F0}"/>
                </a:ext>
              </a:extLst>
            </p:cNvPr>
            <p:cNvSpPr/>
            <p:nvPr/>
          </p:nvSpPr>
          <p:spPr>
            <a:xfrm>
              <a:off x="1350402" y="3170436"/>
              <a:ext cx="10663" cy="48541"/>
            </a:xfrm>
            <a:custGeom>
              <a:avLst/>
              <a:gdLst/>
              <a:ahLst/>
              <a:cxnLst/>
              <a:rect l="l" t="t" r="r" b="b"/>
              <a:pathLst>
                <a:path w="335" h="1525" extrusionOk="0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358"/>
                  </a:lnTo>
                  <a:cubicBezTo>
                    <a:pt x="1" y="1453"/>
                    <a:pt x="84" y="1525"/>
                    <a:pt x="168" y="1525"/>
                  </a:cubicBezTo>
                  <a:cubicBezTo>
                    <a:pt x="263" y="1525"/>
                    <a:pt x="334" y="1453"/>
                    <a:pt x="334" y="1358"/>
                  </a:cubicBezTo>
                  <a:lnTo>
                    <a:pt x="334" y="168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" name="Google Shape;11763;p20">
              <a:extLst>
                <a:ext uri="{FF2B5EF4-FFF2-40B4-BE49-F238E27FC236}">
                  <a16:creationId xmlns:a16="http://schemas.microsoft.com/office/drawing/2014/main" id="{FC852E32-DCD2-4BF6-A7AE-B8BAB766F2EC}"/>
                </a:ext>
              </a:extLst>
            </p:cNvPr>
            <p:cNvSpPr/>
            <p:nvPr/>
          </p:nvSpPr>
          <p:spPr>
            <a:xfrm>
              <a:off x="1327676" y="3040187"/>
              <a:ext cx="201643" cy="180317"/>
            </a:xfrm>
            <a:custGeom>
              <a:avLst/>
              <a:gdLst/>
              <a:ahLst/>
              <a:cxnLst/>
              <a:rect l="l" t="t" r="r" b="b"/>
              <a:pathLst>
                <a:path w="6335" h="5665" extrusionOk="0">
                  <a:moveTo>
                    <a:pt x="5894" y="628"/>
                  </a:moveTo>
                  <a:lnTo>
                    <a:pt x="5954" y="866"/>
                  </a:lnTo>
                  <a:cubicBezTo>
                    <a:pt x="5977" y="926"/>
                    <a:pt x="5966" y="997"/>
                    <a:pt x="5918" y="1045"/>
                  </a:cubicBezTo>
                  <a:lnTo>
                    <a:pt x="5823" y="1140"/>
                  </a:lnTo>
                  <a:lnTo>
                    <a:pt x="5596" y="914"/>
                  </a:lnTo>
                  <a:lnTo>
                    <a:pt x="5894" y="628"/>
                  </a:lnTo>
                  <a:close/>
                  <a:moveTo>
                    <a:pt x="2941" y="307"/>
                  </a:moveTo>
                  <a:lnTo>
                    <a:pt x="2941" y="961"/>
                  </a:lnTo>
                  <a:cubicBezTo>
                    <a:pt x="2941" y="1057"/>
                    <a:pt x="2906" y="1164"/>
                    <a:pt x="2870" y="1271"/>
                  </a:cubicBezTo>
                  <a:lnTo>
                    <a:pt x="2787" y="1438"/>
                  </a:lnTo>
                  <a:cubicBezTo>
                    <a:pt x="2775" y="1450"/>
                    <a:pt x="2775" y="1473"/>
                    <a:pt x="2775" y="1509"/>
                  </a:cubicBezTo>
                  <a:lnTo>
                    <a:pt x="2775" y="1854"/>
                  </a:lnTo>
                  <a:cubicBezTo>
                    <a:pt x="2775" y="2104"/>
                    <a:pt x="2667" y="2331"/>
                    <a:pt x="2513" y="2485"/>
                  </a:cubicBezTo>
                  <a:cubicBezTo>
                    <a:pt x="2363" y="2635"/>
                    <a:pt x="2165" y="2727"/>
                    <a:pt x="1954" y="2727"/>
                  </a:cubicBezTo>
                  <a:cubicBezTo>
                    <a:pt x="1930" y="2727"/>
                    <a:pt x="1906" y="2726"/>
                    <a:pt x="1882" y="2724"/>
                  </a:cubicBezTo>
                  <a:cubicBezTo>
                    <a:pt x="1417" y="2712"/>
                    <a:pt x="1048" y="2307"/>
                    <a:pt x="1048" y="1819"/>
                  </a:cubicBezTo>
                  <a:lnTo>
                    <a:pt x="1048" y="1521"/>
                  </a:lnTo>
                  <a:cubicBezTo>
                    <a:pt x="1048" y="1497"/>
                    <a:pt x="1048" y="1473"/>
                    <a:pt x="1036" y="1450"/>
                  </a:cubicBezTo>
                  <a:lnTo>
                    <a:pt x="929" y="1259"/>
                  </a:lnTo>
                  <a:cubicBezTo>
                    <a:pt x="905" y="1176"/>
                    <a:pt x="870" y="1104"/>
                    <a:pt x="870" y="1021"/>
                  </a:cubicBezTo>
                  <a:lnTo>
                    <a:pt x="870" y="997"/>
                  </a:lnTo>
                  <a:cubicBezTo>
                    <a:pt x="870" y="616"/>
                    <a:pt x="1179" y="307"/>
                    <a:pt x="1572" y="307"/>
                  </a:cubicBezTo>
                  <a:close/>
                  <a:moveTo>
                    <a:pt x="2275" y="2986"/>
                  </a:moveTo>
                  <a:cubicBezTo>
                    <a:pt x="2286" y="3045"/>
                    <a:pt x="2298" y="3081"/>
                    <a:pt x="2310" y="3117"/>
                  </a:cubicBezTo>
                  <a:lnTo>
                    <a:pt x="2167" y="3259"/>
                  </a:lnTo>
                  <a:cubicBezTo>
                    <a:pt x="2102" y="3325"/>
                    <a:pt x="2013" y="3358"/>
                    <a:pt x="1923" y="3358"/>
                  </a:cubicBezTo>
                  <a:cubicBezTo>
                    <a:pt x="1834" y="3358"/>
                    <a:pt x="1745" y="3325"/>
                    <a:pt x="1679" y="3259"/>
                  </a:cubicBezTo>
                  <a:lnTo>
                    <a:pt x="1536" y="3128"/>
                  </a:lnTo>
                  <a:cubicBezTo>
                    <a:pt x="1560" y="3081"/>
                    <a:pt x="1572" y="3045"/>
                    <a:pt x="1572" y="2986"/>
                  </a:cubicBezTo>
                  <a:cubicBezTo>
                    <a:pt x="1679" y="3009"/>
                    <a:pt x="1775" y="3045"/>
                    <a:pt x="1882" y="3045"/>
                  </a:cubicBezTo>
                  <a:lnTo>
                    <a:pt x="1917" y="3045"/>
                  </a:lnTo>
                  <a:cubicBezTo>
                    <a:pt x="2036" y="3045"/>
                    <a:pt x="2167" y="3021"/>
                    <a:pt x="2275" y="2986"/>
                  </a:cubicBezTo>
                  <a:close/>
                  <a:moveTo>
                    <a:pt x="6162" y="0"/>
                  </a:moveTo>
                  <a:cubicBezTo>
                    <a:pt x="6120" y="0"/>
                    <a:pt x="6079" y="15"/>
                    <a:pt x="6049" y="45"/>
                  </a:cubicBezTo>
                  <a:lnTo>
                    <a:pt x="2906" y="3021"/>
                  </a:lnTo>
                  <a:cubicBezTo>
                    <a:pt x="2882" y="3057"/>
                    <a:pt x="2834" y="3069"/>
                    <a:pt x="2787" y="3069"/>
                  </a:cubicBezTo>
                  <a:lnTo>
                    <a:pt x="2763" y="3069"/>
                  </a:lnTo>
                  <a:cubicBezTo>
                    <a:pt x="2656" y="3069"/>
                    <a:pt x="2584" y="2997"/>
                    <a:pt x="2584" y="2890"/>
                  </a:cubicBezTo>
                  <a:lnTo>
                    <a:pt x="2584" y="2843"/>
                  </a:lnTo>
                  <a:cubicBezTo>
                    <a:pt x="2644" y="2819"/>
                    <a:pt x="2679" y="2771"/>
                    <a:pt x="2727" y="2724"/>
                  </a:cubicBezTo>
                  <a:cubicBezTo>
                    <a:pt x="2965" y="2497"/>
                    <a:pt x="3084" y="2200"/>
                    <a:pt x="3084" y="1878"/>
                  </a:cubicBezTo>
                  <a:lnTo>
                    <a:pt x="3084" y="1581"/>
                  </a:lnTo>
                  <a:lnTo>
                    <a:pt x="3144" y="1450"/>
                  </a:lnTo>
                  <a:cubicBezTo>
                    <a:pt x="3215" y="1307"/>
                    <a:pt x="3251" y="1152"/>
                    <a:pt x="3251" y="997"/>
                  </a:cubicBezTo>
                  <a:lnTo>
                    <a:pt x="3251" y="176"/>
                  </a:lnTo>
                  <a:cubicBezTo>
                    <a:pt x="3251" y="92"/>
                    <a:pt x="3179" y="21"/>
                    <a:pt x="3084" y="21"/>
                  </a:cubicBezTo>
                  <a:lnTo>
                    <a:pt x="1548" y="21"/>
                  </a:lnTo>
                  <a:cubicBezTo>
                    <a:pt x="1001" y="21"/>
                    <a:pt x="536" y="461"/>
                    <a:pt x="536" y="1033"/>
                  </a:cubicBezTo>
                  <a:lnTo>
                    <a:pt x="536" y="1045"/>
                  </a:lnTo>
                  <a:cubicBezTo>
                    <a:pt x="536" y="1176"/>
                    <a:pt x="572" y="1295"/>
                    <a:pt x="632" y="1414"/>
                  </a:cubicBezTo>
                  <a:lnTo>
                    <a:pt x="703" y="1581"/>
                  </a:lnTo>
                  <a:lnTo>
                    <a:pt x="703" y="1831"/>
                  </a:lnTo>
                  <a:cubicBezTo>
                    <a:pt x="703" y="2247"/>
                    <a:pt x="917" y="2616"/>
                    <a:pt x="1215" y="2843"/>
                  </a:cubicBezTo>
                  <a:lnTo>
                    <a:pt x="1215" y="2997"/>
                  </a:lnTo>
                  <a:cubicBezTo>
                    <a:pt x="1215" y="3069"/>
                    <a:pt x="1155" y="3140"/>
                    <a:pt x="1072" y="3176"/>
                  </a:cubicBezTo>
                  <a:lnTo>
                    <a:pt x="501" y="3343"/>
                  </a:lnTo>
                  <a:cubicBezTo>
                    <a:pt x="215" y="3414"/>
                    <a:pt x="0" y="3676"/>
                    <a:pt x="0" y="3974"/>
                  </a:cubicBezTo>
                  <a:lnTo>
                    <a:pt x="0" y="5462"/>
                  </a:lnTo>
                  <a:cubicBezTo>
                    <a:pt x="0" y="5557"/>
                    <a:pt x="84" y="5629"/>
                    <a:pt x="167" y="5629"/>
                  </a:cubicBezTo>
                  <a:cubicBezTo>
                    <a:pt x="262" y="5629"/>
                    <a:pt x="334" y="5557"/>
                    <a:pt x="334" y="5462"/>
                  </a:cubicBezTo>
                  <a:lnTo>
                    <a:pt x="334" y="3974"/>
                  </a:lnTo>
                  <a:cubicBezTo>
                    <a:pt x="334" y="3831"/>
                    <a:pt x="441" y="3676"/>
                    <a:pt x="584" y="3640"/>
                  </a:cubicBezTo>
                  <a:lnTo>
                    <a:pt x="1167" y="3474"/>
                  </a:lnTo>
                  <a:cubicBezTo>
                    <a:pt x="1215" y="3450"/>
                    <a:pt x="1251" y="3438"/>
                    <a:pt x="1298" y="3414"/>
                  </a:cubicBezTo>
                  <a:lnTo>
                    <a:pt x="1405" y="3521"/>
                  </a:lnTo>
                  <a:cubicBezTo>
                    <a:pt x="1536" y="3652"/>
                    <a:pt x="1703" y="3712"/>
                    <a:pt x="1882" y="3712"/>
                  </a:cubicBezTo>
                  <a:cubicBezTo>
                    <a:pt x="2060" y="3712"/>
                    <a:pt x="2227" y="3652"/>
                    <a:pt x="2358" y="3521"/>
                  </a:cubicBezTo>
                  <a:lnTo>
                    <a:pt x="2501" y="3367"/>
                  </a:lnTo>
                  <a:cubicBezTo>
                    <a:pt x="2584" y="3402"/>
                    <a:pt x="2656" y="3426"/>
                    <a:pt x="2727" y="3426"/>
                  </a:cubicBezTo>
                  <a:lnTo>
                    <a:pt x="2763" y="3426"/>
                  </a:lnTo>
                  <a:cubicBezTo>
                    <a:pt x="2894" y="3426"/>
                    <a:pt x="3013" y="3378"/>
                    <a:pt x="3096" y="3295"/>
                  </a:cubicBezTo>
                  <a:lnTo>
                    <a:pt x="5334" y="1176"/>
                  </a:lnTo>
                  <a:lnTo>
                    <a:pt x="5561" y="1402"/>
                  </a:lnTo>
                  <a:lnTo>
                    <a:pt x="2965" y="3986"/>
                  </a:lnTo>
                  <a:cubicBezTo>
                    <a:pt x="2798" y="4152"/>
                    <a:pt x="2715" y="4367"/>
                    <a:pt x="2715" y="4581"/>
                  </a:cubicBezTo>
                  <a:lnTo>
                    <a:pt x="2715" y="5498"/>
                  </a:lnTo>
                  <a:cubicBezTo>
                    <a:pt x="2715" y="5581"/>
                    <a:pt x="2787" y="5664"/>
                    <a:pt x="2882" y="5664"/>
                  </a:cubicBezTo>
                  <a:cubicBezTo>
                    <a:pt x="2965" y="5664"/>
                    <a:pt x="3037" y="5581"/>
                    <a:pt x="3037" y="5498"/>
                  </a:cubicBezTo>
                  <a:lnTo>
                    <a:pt x="3037" y="4581"/>
                  </a:lnTo>
                  <a:cubicBezTo>
                    <a:pt x="3037" y="4450"/>
                    <a:pt x="3096" y="4319"/>
                    <a:pt x="3191" y="4212"/>
                  </a:cubicBezTo>
                  <a:lnTo>
                    <a:pt x="6096" y="1307"/>
                  </a:lnTo>
                  <a:cubicBezTo>
                    <a:pt x="6216" y="1200"/>
                    <a:pt x="6275" y="997"/>
                    <a:pt x="6227" y="831"/>
                  </a:cubicBezTo>
                  <a:lnTo>
                    <a:pt x="6168" y="378"/>
                  </a:lnTo>
                  <a:lnTo>
                    <a:pt x="6275" y="271"/>
                  </a:lnTo>
                  <a:cubicBezTo>
                    <a:pt x="6335" y="211"/>
                    <a:pt x="6335" y="104"/>
                    <a:pt x="6275" y="45"/>
                  </a:cubicBezTo>
                  <a:cubicBezTo>
                    <a:pt x="6245" y="15"/>
                    <a:pt x="6204" y="0"/>
                    <a:pt x="61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" name="Google Shape;11764;p20">
              <a:extLst>
                <a:ext uri="{FF2B5EF4-FFF2-40B4-BE49-F238E27FC236}">
                  <a16:creationId xmlns:a16="http://schemas.microsoft.com/office/drawing/2014/main" id="{F7CDB6E4-B1CA-474B-84D4-ABC8AC29FE42}"/>
                </a:ext>
              </a:extLst>
            </p:cNvPr>
            <p:cNvSpPr/>
            <p:nvPr/>
          </p:nvSpPr>
          <p:spPr>
            <a:xfrm>
              <a:off x="1470179" y="2910480"/>
              <a:ext cx="205431" cy="173601"/>
            </a:xfrm>
            <a:custGeom>
              <a:avLst/>
              <a:gdLst/>
              <a:ahLst/>
              <a:cxnLst/>
              <a:rect l="l" t="t" r="r" b="b"/>
              <a:pathLst>
                <a:path w="6454" h="5454" extrusionOk="0"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lnTo>
                    <a:pt x="0" y="4822"/>
                  </a:lnTo>
                  <a:cubicBezTo>
                    <a:pt x="0" y="4917"/>
                    <a:pt x="72" y="4989"/>
                    <a:pt x="155" y="4989"/>
                  </a:cubicBezTo>
                  <a:cubicBezTo>
                    <a:pt x="250" y="4989"/>
                    <a:pt x="322" y="4917"/>
                    <a:pt x="322" y="4822"/>
                  </a:cubicBezTo>
                  <a:lnTo>
                    <a:pt x="322" y="512"/>
                  </a:lnTo>
                  <a:cubicBezTo>
                    <a:pt x="322" y="405"/>
                    <a:pt x="393" y="322"/>
                    <a:pt x="500" y="322"/>
                  </a:cubicBezTo>
                  <a:lnTo>
                    <a:pt x="5953" y="322"/>
                  </a:lnTo>
                  <a:cubicBezTo>
                    <a:pt x="6049" y="322"/>
                    <a:pt x="6132" y="405"/>
                    <a:pt x="6132" y="512"/>
                  </a:cubicBezTo>
                  <a:lnTo>
                    <a:pt x="6132" y="4941"/>
                  </a:lnTo>
                  <a:cubicBezTo>
                    <a:pt x="6132" y="5048"/>
                    <a:pt x="6049" y="5120"/>
                    <a:pt x="5953" y="5120"/>
                  </a:cubicBezTo>
                  <a:lnTo>
                    <a:pt x="2298" y="5120"/>
                  </a:lnTo>
                  <a:cubicBezTo>
                    <a:pt x="2215" y="5120"/>
                    <a:pt x="2131" y="5191"/>
                    <a:pt x="2131" y="5287"/>
                  </a:cubicBezTo>
                  <a:cubicBezTo>
                    <a:pt x="2131" y="5370"/>
                    <a:pt x="2215" y="5453"/>
                    <a:pt x="2298" y="5453"/>
                  </a:cubicBezTo>
                  <a:lnTo>
                    <a:pt x="5953" y="5453"/>
                  </a:lnTo>
                  <a:cubicBezTo>
                    <a:pt x="6227" y="5453"/>
                    <a:pt x="6453" y="5227"/>
                    <a:pt x="6453" y="4941"/>
                  </a:cubicBezTo>
                  <a:lnTo>
                    <a:pt x="6453" y="512"/>
                  </a:lnTo>
                  <a:cubicBezTo>
                    <a:pt x="6453" y="226"/>
                    <a:pt x="6215" y="0"/>
                    <a:pt x="5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Google Shape;11765;p20">
              <a:extLst>
                <a:ext uri="{FF2B5EF4-FFF2-40B4-BE49-F238E27FC236}">
                  <a16:creationId xmlns:a16="http://schemas.microsoft.com/office/drawing/2014/main" id="{480ED963-11D7-45C8-BC42-AD7ECDF6D820}"/>
                </a:ext>
              </a:extLst>
            </p:cNvPr>
            <p:cNvSpPr/>
            <p:nvPr/>
          </p:nvSpPr>
          <p:spPr>
            <a:xfrm>
              <a:off x="1497075" y="2942692"/>
              <a:ext cx="152370" cy="96668"/>
            </a:xfrm>
            <a:custGeom>
              <a:avLst/>
              <a:gdLst/>
              <a:ahLst/>
              <a:cxnLst/>
              <a:rect l="l" t="t" r="r" b="b"/>
              <a:pathLst>
                <a:path w="4787" h="3037" extrusionOk="0">
                  <a:moveTo>
                    <a:pt x="3751" y="0"/>
                  </a:moveTo>
                  <a:cubicBezTo>
                    <a:pt x="3656" y="0"/>
                    <a:pt x="3584" y="72"/>
                    <a:pt x="3584" y="167"/>
                  </a:cubicBezTo>
                  <a:cubicBezTo>
                    <a:pt x="3584" y="250"/>
                    <a:pt x="3656" y="334"/>
                    <a:pt x="3751" y="334"/>
                  </a:cubicBezTo>
                  <a:lnTo>
                    <a:pt x="4215" y="334"/>
                  </a:lnTo>
                  <a:lnTo>
                    <a:pt x="2465" y="2072"/>
                  </a:lnTo>
                  <a:lnTo>
                    <a:pt x="1727" y="1322"/>
                  </a:lnTo>
                  <a:cubicBezTo>
                    <a:pt x="1697" y="1292"/>
                    <a:pt x="1656" y="1277"/>
                    <a:pt x="1614" y="1277"/>
                  </a:cubicBezTo>
                  <a:cubicBezTo>
                    <a:pt x="1572" y="1277"/>
                    <a:pt x="1531" y="1292"/>
                    <a:pt x="1501" y="1322"/>
                  </a:cubicBezTo>
                  <a:lnTo>
                    <a:pt x="60" y="2774"/>
                  </a:lnTo>
                  <a:cubicBezTo>
                    <a:pt x="1" y="2834"/>
                    <a:pt x="1" y="2929"/>
                    <a:pt x="60" y="2989"/>
                  </a:cubicBezTo>
                  <a:cubicBezTo>
                    <a:pt x="84" y="3024"/>
                    <a:pt x="132" y="3036"/>
                    <a:pt x="179" y="3036"/>
                  </a:cubicBezTo>
                  <a:cubicBezTo>
                    <a:pt x="227" y="3036"/>
                    <a:pt x="251" y="3024"/>
                    <a:pt x="298" y="2989"/>
                  </a:cubicBezTo>
                  <a:lnTo>
                    <a:pt x="1632" y="1655"/>
                  </a:lnTo>
                  <a:lnTo>
                    <a:pt x="2382" y="2393"/>
                  </a:lnTo>
                  <a:cubicBezTo>
                    <a:pt x="2412" y="2423"/>
                    <a:pt x="2453" y="2438"/>
                    <a:pt x="2495" y="2438"/>
                  </a:cubicBezTo>
                  <a:cubicBezTo>
                    <a:pt x="2537" y="2438"/>
                    <a:pt x="2578" y="2423"/>
                    <a:pt x="2608" y="2393"/>
                  </a:cubicBezTo>
                  <a:lnTo>
                    <a:pt x="4465" y="536"/>
                  </a:lnTo>
                  <a:lnTo>
                    <a:pt x="4465" y="1000"/>
                  </a:lnTo>
                  <a:cubicBezTo>
                    <a:pt x="4465" y="1084"/>
                    <a:pt x="4537" y="1167"/>
                    <a:pt x="4632" y="1167"/>
                  </a:cubicBezTo>
                  <a:cubicBezTo>
                    <a:pt x="4715" y="1167"/>
                    <a:pt x="4787" y="1084"/>
                    <a:pt x="4787" y="1000"/>
                  </a:cubicBezTo>
                  <a:lnTo>
                    <a:pt x="4787" y="155"/>
                  </a:lnTo>
                  <a:cubicBezTo>
                    <a:pt x="4751" y="72"/>
                    <a:pt x="4692" y="0"/>
                    <a:pt x="4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2032;p20">
            <a:extLst>
              <a:ext uri="{FF2B5EF4-FFF2-40B4-BE49-F238E27FC236}">
                <a16:creationId xmlns:a16="http://schemas.microsoft.com/office/drawing/2014/main" id="{186CEAD9-CF04-4AD5-8B4E-0DA6197F6972}"/>
              </a:ext>
            </a:extLst>
          </p:cNvPr>
          <p:cNvGrpSpPr/>
          <p:nvPr/>
        </p:nvGrpSpPr>
        <p:grpSpPr>
          <a:xfrm>
            <a:off x="915104" y="1787298"/>
            <a:ext cx="416649" cy="325597"/>
            <a:chOff x="5626763" y="2013829"/>
            <a:chExt cx="351722" cy="274788"/>
          </a:xfrm>
          <a:solidFill>
            <a:schemeClr val="bg1"/>
          </a:solidFill>
        </p:grpSpPr>
        <p:sp>
          <p:nvSpPr>
            <p:cNvPr id="120" name="Google Shape;12033;p20">
              <a:extLst>
                <a:ext uri="{FF2B5EF4-FFF2-40B4-BE49-F238E27FC236}">
                  <a16:creationId xmlns:a16="http://schemas.microsoft.com/office/drawing/2014/main" id="{326B9524-8EE3-4A6F-881E-D895F920EC45}"/>
                </a:ext>
              </a:extLst>
            </p:cNvPr>
            <p:cNvSpPr/>
            <p:nvPr/>
          </p:nvSpPr>
          <p:spPr>
            <a:xfrm>
              <a:off x="5626763" y="2013829"/>
              <a:ext cx="351722" cy="274788"/>
            </a:xfrm>
            <a:custGeom>
              <a:avLst/>
              <a:gdLst/>
              <a:ahLst/>
              <a:cxnLst/>
              <a:rect l="l" t="t" r="r" b="b"/>
              <a:pathLst>
                <a:path w="11050" h="8633" extrusionOk="0">
                  <a:moveTo>
                    <a:pt x="10657" y="345"/>
                  </a:moveTo>
                  <a:lnTo>
                    <a:pt x="10681" y="714"/>
                  </a:lnTo>
                  <a:lnTo>
                    <a:pt x="9395" y="714"/>
                  </a:lnTo>
                  <a:cubicBezTo>
                    <a:pt x="9312" y="714"/>
                    <a:pt x="9216" y="786"/>
                    <a:pt x="9216" y="893"/>
                  </a:cubicBezTo>
                  <a:cubicBezTo>
                    <a:pt x="9216" y="1000"/>
                    <a:pt x="9288" y="1072"/>
                    <a:pt x="9395" y="1072"/>
                  </a:cubicBezTo>
                  <a:lnTo>
                    <a:pt x="10383" y="1072"/>
                  </a:lnTo>
                  <a:lnTo>
                    <a:pt x="10383" y="6191"/>
                  </a:lnTo>
                  <a:lnTo>
                    <a:pt x="4466" y="6191"/>
                  </a:lnTo>
                  <a:lnTo>
                    <a:pt x="4466" y="6025"/>
                  </a:lnTo>
                  <a:cubicBezTo>
                    <a:pt x="4466" y="5929"/>
                    <a:pt x="4394" y="5846"/>
                    <a:pt x="4287" y="5846"/>
                  </a:cubicBezTo>
                  <a:lnTo>
                    <a:pt x="4001" y="5846"/>
                  </a:lnTo>
                  <a:cubicBezTo>
                    <a:pt x="3978" y="5739"/>
                    <a:pt x="3930" y="5644"/>
                    <a:pt x="3871" y="5536"/>
                  </a:cubicBezTo>
                  <a:lnTo>
                    <a:pt x="4085" y="5322"/>
                  </a:lnTo>
                  <a:cubicBezTo>
                    <a:pt x="4156" y="5251"/>
                    <a:pt x="4156" y="5144"/>
                    <a:pt x="4085" y="5072"/>
                  </a:cubicBezTo>
                  <a:lnTo>
                    <a:pt x="3549" y="4536"/>
                  </a:lnTo>
                  <a:cubicBezTo>
                    <a:pt x="3513" y="4512"/>
                    <a:pt x="3478" y="4489"/>
                    <a:pt x="3430" y="4489"/>
                  </a:cubicBezTo>
                  <a:cubicBezTo>
                    <a:pt x="3382" y="4489"/>
                    <a:pt x="3335" y="4512"/>
                    <a:pt x="3311" y="4536"/>
                  </a:cubicBezTo>
                  <a:lnTo>
                    <a:pt x="3097" y="4739"/>
                  </a:lnTo>
                  <a:cubicBezTo>
                    <a:pt x="2989" y="4679"/>
                    <a:pt x="2894" y="4643"/>
                    <a:pt x="2787" y="4608"/>
                  </a:cubicBezTo>
                  <a:lnTo>
                    <a:pt x="2787" y="4334"/>
                  </a:lnTo>
                  <a:cubicBezTo>
                    <a:pt x="2787" y="4239"/>
                    <a:pt x="2716" y="4155"/>
                    <a:pt x="2608" y="4155"/>
                  </a:cubicBezTo>
                  <a:lnTo>
                    <a:pt x="2180" y="4155"/>
                  </a:lnTo>
                  <a:lnTo>
                    <a:pt x="2180" y="1060"/>
                  </a:lnTo>
                  <a:lnTo>
                    <a:pt x="8788" y="1060"/>
                  </a:lnTo>
                  <a:cubicBezTo>
                    <a:pt x="8871" y="1060"/>
                    <a:pt x="8966" y="976"/>
                    <a:pt x="8966" y="881"/>
                  </a:cubicBezTo>
                  <a:cubicBezTo>
                    <a:pt x="8966" y="786"/>
                    <a:pt x="8895" y="702"/>
                    <a:pt x="8788" y="702"/>
                  </a:cubicBezTo>
                  <a:lnTo>
                    <a:pt x="1894" y="702"/>
                  </a:lnTo>
                  <a:lnTo>
                    <a:pt x="1894" y="345"/>
                  </a:lnTo>
                  <a:close/>
                  <a:moveTo>
                    <a:pt x="10681" y="6537"/>
                  </a:moveTo>
                  <a:lnTo>
                    <a:pt x="10681" y="6870"/>
                  </a:lnTo>
                  <a:lnTo>
                    <a:pt x="4430" y="6870"/>
                  </a:lnTo>
                  <a:cubicBezTo>
                    <a:pt x="4454" y="6846"/>
                    <a:pt x="4466" y="6798"/>
                    <a:pt x="4466" y="6751"/>
                  </a:cubicBezTo>
                  <a:lnTo>
                    <a:pt x="4466" y="6560"/>
                  </a:lnTo>
                  <a:lnTo>
                    <a:pt x="10562" y="6560"/>
                  </a:lnTo>
                  <a:cubicBezTo>
                    <a:pt x="10598" y="6560"/>
                    <a:pt x="10633" y="6548"/>
                    <a:pt x="10657" y="6537"/>
                  </a:cubicBezTo>
                  <a:close/>
                  <a:moveTo>
                    <a:pt x="2477" y="4524"/>
                  </a:moveTo>
                  <a:lnTo>
                    <a:pt x="2477" y="4763"/>
                  </a:lnTo>
                  <a:cubicBezTo>
                    <a:pt x="2477" y="4834"/>
                    <a:pt x="2537" y="4905"/>
                    <a:pt x="2608" y="4929"/>
                  </a:cubicBezTo>
                  <a:cubicBezTo>
                    <a:pt x="2775" y="4965"/>
                    <a:pt x="2942" y="5024"/>
                    <a:pt x="3073" y="5120"/>
                  </a:cubicBezTo>
                  <a:cubicBezTo>
                    <a:pt x="3099" y="5137"/>
                    <a:pt x="3128" y="5145"/>
                    <a:pt x="3157" y="5145"/>
                  </a:cubicBezTo>
                  <a:cubicBezTo>
                    <a:pt x="3206" y="5145"/>
                    <a:pt x="3253" y="5122"/>
                    <a:pt x="3275" y="5084"/>
                  </a:cubicBezTo>
                  <a:lnTo>
                    <a:pt x="3454" y="4905"/>
                  </a:lnTo>
                  <a:lnTo>
                    <a:pt x="3740" y="5191"/>
                  </a:lnTo>
                  <a:lnTo>
                    <a:pt x="3561" y="5370"/>
                  </a:lnTo>
                  <a:cubicBezTo>
                    <a:pt x="3501" y="5429"/>
                    <a:pt x="3490" y="5525"/>
                    <a:pt x="3537" y="5584"/>
                  </a:cubicBezTo>
                  <a:cubicBezTo>
                    <a:pt x="3620" y="5727"/>
                    <a:pt x="3680" y="5882"/>
                    <a:pt x="3728" y="6036"/>
                  </a:cubicBezTo>
                  <a:cubicBezTo>
                    <a:pt x="3740" y="6120"/>
                    <a:pt x="3811" y="6179"/>
                    <a:pt x="3894" y="6179"/>
                  </a:cubicBezTo>
                  <a:lnTo>
                    <a:pt x="4132" y="6179"/>
                  </a:lnTo>
                  <a:lnTo>
                    <a:pt x="4132" y="6572"/>
                  </a:lnTo>
                  <a:lnTo>
                    <a:pt x="3894" y="6572"/>
                  </a:lnTo>
                  <a:cubicBezTo>
                    <a:pt x="3811" y="6572"/>
                    <a:pt x="3740" y="6632"/>
                    <a:pt x="3728" y="6715"/>
                  </a:cubicBezTo>
                  <a:cubicBezTo>
                    <a:pt x="3680" y="6870"/>
                    <a:pt x="3620" y="7037"/>
                    <a:pt x="3537" y="7168"/>
                  </a:cubicBezTo>
                  <a:cubicBezTo>
                    <a:pt x="3490" y="7251"/>
                    <a:pt x="3501" y="7334"/>
                    <a:pt x="3561" y="7382"/>
                  </a:cubicBezTo>
                  <a:lnTo>
                    <a:pt x="3740" y="7560"/>
                  </a:lnTo>
                  <a:lnTo>
                    <a:pt x="3454" y="7834"/>
                  </a:lnTo>
                  <a:lnTo>
                    <a:pt x="3275" y="7656"/>
                  </a:lnTo>
                  <a:cubicBezTo>
                    <a:pt x="3238" y="7626"/>
                    <a:pt x="3193" y="7606"/>
                    <a:pt x="3149" y="7606"/>
                  </a:cubicBezTo>
                  <a:cubicBezTo>
                    <a:pt x="3122" y="7606"/>
                    <a:pt x="3096" y="7614"/>
                    <a:pt x="3073" y="7632"/>
                  </a:cubicBezTo>
                  <a:cubicBezTo>
                    <a:pt x="2918" y="7727"/>
                    <a:pt x="2775" y="7787"/>
                    <a:pt x="2608" y="7822"/>
                  </a:cubicBezTo>
                  <a:cubicBezTo>
                    <a:pt x="2537" y="7846"/>
                    <a:pt x="2477" y="7918"/>
                    <a:pt x="2477" y="7989"/>
                  </a:cubicBezTo>
                  <a:lnTo>
                    <a:pt x="2477" y="8227"/>
                  </a:lnTo>
                  <a:lnTo>
                    <a:pt x="2073" y="8227"/>
                  </a:lnTo>
                  <a:lnTo>
                    <a:pt x="2073" y="7989"/>
                  </a:lnTo>
                  <a:cubicBezTo>
                    <a:pt x="2073" y="7918"/>
                    <a:pt x="2013" y="7846"/>
                    <a:pt x="1942" y="7822"/>
                  </a:cubicBezTo>
                  <a:cubicBezTo>
                    <a:pt x="1775" y="7787"/>
                    <a:pt x="1608" y="7727"/>
                    <a:pt x="1477" y="7632"/>
                  </a:cubicBezTo>
                  <a:cubicBezTo>
                    <a:pt x="1450" y="7614"/>
                    <a:pt x="1419" y="7606"/>
                    <a:pt x="1390" y="7606"/>
                  </a:cubicBezTo>
                  <a:cubicBezTo>
                    <a:pt x="1342" y="7606"/>
                    <a:pt x="1297" y="7626"/>
                    <a:pt x="1275" y="7656"/>
                  </a:cubicBezTo>
                  <a:lnTo>
                    <a:pt x="1096" y="7834"/>
                  </a:lnTo>
                  <a:lnTo>
                    <a:pt x="811" y="7560"/>
                  </a:lnTo>
                  <a:lnTo>
                    <a:pt x="989" y="7382"/>
                  </a:lnTo>
                  <a:cubicBezTo>
                    <a:pt x="1049" y="7322"/>
                    <a:pt x="1061" y="7227"/>
                    <a:pt x="1013" y="7168"/>
                  </a:cubicBezTo>
                  <a:cubicBezTo>
                    <a:pt x="930" y="7025"/>
                    <a:pt x="870" y="6870"/>
                    <a:pt x="823" y="6715"/>
                  </a:cubicBezTo>
                  <a:cubicBezTo>
                    <a:pt x="811" y="6632"/>
                    <a:pt x="739" y="6572"/>
                    <a:pt x="656" y="6572"/>
                  </a:cubicBezTo>
                  <a:lnTo>
                    <a:pt x="418" y="6572"/>
                  </a:lnTo>
                  <a:lnTo>
                    <a:pt x="418" y="6179"/>
                  </a:lnTo>
                  <a:lnTo>
                    <a:pt x="656" y="6179"/>
                  </a:lnTo>
                  <a:cubicBezTo>
                    <a:pt x="739" y="6179"/>
                    <a:pt x="811" y="6120"/>
                    <a:pt x="823" y="6036"/>
                  </a:cubicBezTo>
                  <a:cubicBezTo>
                    <a:pt x="870" y="5882"/>
                    <a:pt x="930" y="5715"/>
                    <a:pt x="1013" y="5584"/>
                  </a:cubicBezTo>
                  <a:cubicBezTo>
                    <a:pt x="1061" y="5501"/>
                    <a:pt x="1049" y="5417"/>
                    <a:pt x="989" y="5370"/>
                  </a:cubicBezTo>
                  <a:lnTo>
                    <a:pt x="811" y="5191"/>
                  </a:lnTo>
                  <a:lnTo>
                    <a:pt x="1096" y="4905"/>
                  </a:lnTo>
                  <a:lnTo>
                    <a:pt x="1275" y="5084"/>
                  </a:lnTo>
                  <a:cubicBezTo>
                    <a:pt x="1313" y="5122"/>
                    <a:pt x="1360" y="5145"/>
                    <a:pt x="1405" y="5145"/>
                  </a:cubicBezTo>
                  <a:cubicBezTo>
                    <a:pt x="1430" y="5145"/>
                    <a:pt x="1456" y="5137"/>
                    <a:pt x="1477" y="5120"/>
                  </a:cubicBezTo>
                  <a:cubicBezTo>
                    <a:pt x="1632" y="5024"/>
                    <a:pt x="1775" y="4965"/>
                    <a:pt x="1942" y="4929"/>
                  </a:cubicBezTo>
                  <a:cubicBezTo>
                    <a:pt x="2013" y="4905"/>
                    <a:pt x="2073" y="4834"/>
                    <a:pt x="2073" y="4763"/>
                  </a:cubicBezTo>
                  <a:lnTo>
                    <a:pt x="2073" y="4524"/>
                  </a:lnTo>
                  <a:close/>
                  <a:moveTo>
                    <a:pt x="1715" y="0"/>
                  </a:moveTo>
                  <a:cubicBezTo>
                    <a:pt x="1632" y="0"/>
                    <a:pt x="1537" y="71"/>
                    <a:pt x="1537" y="179"/>
                  </a:cubicBezTo>
                  <a:lnTo>
                    <a:pt x="1537" y="881"/>
                  </a:lnTo>
                  <a:cubicBezTo>
                    <a:pt x="1537" y="964"/>
                    <a:pt x="1608" y="1060"/>
                    <a:pt x="1715" y="1060"/>
                  </a:cubicBezTo>
                  <a:lnTo>
                    <a:pt x="1835" y="1060"/>
                  </a:lnTo>
                  <a:lnTo>
                    <a:pt x="1835" y="4155"/>
                  </a:lnTo>
                  <a:cubicBezTo>
                    <a:pt x="1751" y="4167"/>
                    <a:pt x="1692" y="4239"/>
                    <a:pt x="1692" y="4310"/>
                  </a:cubicBezTo>
                  <a:lnTo>
                    <a:pt x="1692" y="4596"/>
                  </a:lnTo>
                  <a:cubicBezTo>
                    <a:pt x="1585" y="4632"/>
                    <a:pt x="1477" y="4667"/>
                    <a:pt x="1370" y="4727"/>
                  </a:cubicBezTo>
                  <a:lnTo>
                    <a:pt x="1168" y="4524"/>
                  </a:lnTo>
                  <a:cubicBezTo>
                    <a:pt x="1132" y="4489"/>
                    <a:pt x="1096" y="4477"/>
                    <a:pt x="1049" y="4477"/>
                  </a:cubicBezTo>
                  <a:cubicBezTo>
                    <a:pt x="1001" y="4477"/>
                    <a:pt x="953" y="4489"/>
                    <a:pt x="930" y="4524"/>
                  </a:cubicBezTo>
                  <a:lnTo>
                    <a:pt x="394" y="5060"/>
                  </a:lnTo>
                  <a:cubicBezTo>
                    <a:pt x="322" y="5132"/>
                    <a:pt x="322" y="5239"/>
                    <a:pt x="394" y="5310"/>
                  </a:cubicBezTo>
                  <a:lnTo>
                    <a:pt x="596" y="5525"/>
                  </a:lnTo>
                  <a:cubicBezTo>
                    <a:pt x="537" y="5620"/>
                    <a:pt x="501" y="5727"/>
                    <a:pt x="465" y="5834"/>
                  </a:cubicBezTo>
                  <a:lnTo>
                    <a:pt x="180" y="5834"/>
                  </a:lnTo>
                  <a:cubicBezTo>
                    <a:pt x="96" y="5834"/>
                    <a:pt x="1" y="5906"/>
                    <a:pt x="1" y="6013"/>
                  </a:cubicBezTo>
                  <a:lnTo>
                    <a:pt x="1" y="6751"/>
                  </a:lnTo>
                  <a:cubicBezTo>
                    <a:pt x="1" y="6846"/>
                    <a:pt x="84" y="6929"/>
                    <a:pt x="180" y="6929"/>
                  </a:cubicBezTo>
                  <a:lnTo>
                    <a:pt x="465" y="6929"/>
                  </a:lnTo>
                  <a:cubicBezTo>
                    <a:pt x="501" y="7037"/>
                    <a:pt x="537" y="7144"/>
                    <a:pt x="596" y="7251"/>
                  </a:cubicBezTo>
                  <a:lnTo>
                    <a:pt x="394" y="7453"/>
                  </a:lnTo>
                  <a:cubicBezTo>
                    <a:pt x="322" y="7525"/>
                    <a:pt x="322" y="7632"/>
                    <a:pt x="394" y="7703"/>
                  </a:cubicBezTo>
                  <a:lnTo>
                    <a:pt x="930" y="8239"/>
                  </a:lnTo>
                  <a:cubicBezTo>
                    <a:pt x="965" y="8281"/>
                    <a:pt x="1010" y="8302"/>
                    <a:pt x="1055" y="8302"/>
                  </a:cubicBezTo>
                  <a:cubicBezTo>
                    <a:pt x="1099" y="8302"/>
                    <a:pt x="1144" y="8281"/>
                    <a:pt x="1180" y="8239"/>
                  </a:cubicBezTo>
                  <a:lnTo>
                    <a:pt x="1394" y="8037"/>
                  </a:lnTo>
                  <a:cubicBezTo>
                    <a:pt x="1489" y="8096"/>
                    <a:pt x="1596" y="8144"/>
                    <a:pt x="1704" y="8168"/>
                  </a:cubicBezTo>
                  <a:lnTo>
                    <a:pt x="1704" y="8453"/>
                  </a:lnTo>
                  <a:cubicBezTo>
                    <a:pt x="1704" y="8537"/>
                    <a:pt x="1775" y="8632"/>
                    <a:pt x="1882" y="8632"/>
                  </a:cubicBezTo>
                  <a:lnTo>
                    <a:pt x="2620" y="8632"/>
                  </a:lnTo>
                  <a:cubicBezTo>
                    <a:pt x="2716" y="8632"/>
                    <a:pt x="2799" y="8549"/>
                    <a:pt x="2799" y="8453"/>
                  </a:cubicBezTo>
                  <a:lnTo>
                    <a:pt x="2799" y="8168"/>
                  </a:lnTo>
                  <a:cubicBezTo>
                    <a:pt x="2906" y="8144"/>
                    <a:pt x="3013" y="8096"/>
                    <a:pt x="3120" y="8037"/>
                  </a:cubicBezTo>
                  <a:lnTo>
                    <a:pt x="3323" y="8239"/>
                  </a:lnTo>
                  <a:cubicBezTo>
                    <a:pt x="3359" y="8281"/>
                    <a:pt x="3403" y="8302"/>
                    <a:pt x="3448" y="8302"/>
                  </a:cubicBezTo>
                  <a:cubicBezTo>
                    <a:pt x="3492" y="8302"/>
                    <a:pt x="3537" y="8281"/>
                    <a:pt x="3573" y="8239"/>
                  </a:cubicBezTo>
                  <a:lnTo>
                    <a:pt x="4109" y="7703"/>
                  </a:lnTo>
                  <a:cubicBezTo>
                    <a:pt x="4192" y="7632"/>
                    <a:pt x="4192" y="7525"/>
                    <a:pt x="4109" y="7453"/>
                  </a:cubicBezTo>
                  <a:lnTo>
                    <a:pt x="3906" y="7251"/>
                  </a:lnTo>
                  <a:cubicBezTo>
                    <a:pt x="3906" y="7227"/>
                    <a:pt x="3918" y="7227"/>
                    <a:pt x="3918" y="7215"/>
                  </a:cubicBezTo>
                  <a:lnTo>
                    <a:pt x="10871" y="7215"/>
                  </a:lnTo>
                  <a:cubicBezTo>
                    <a:pt x="10955" y="7215"/>
                    <a:pt x="11050" y="7144"/>
                    <a:pt x="11050" y="7037"/>
                  </a:cubicBezTo>
                  <a:lnTo>
                    <a:pt x="11050" y="6358"/>
                  </a:lnTo>
                  <a:cubicBezTo>
                    <a:pt x="11050" y="6263"/>
                    <a:pt x="10979" y="6179"/>
                    <a:pt x="10871" y="6179"/>
                  </a:cubicBezTo>
                  <a:lnTo>
                    <a:pt x="10752" y="6179"/>
                  </a:lnTo>
                  <a:lnTo>
                    <a:pt x="10752" y="1060"/>
                  </a:lnTo>
                  <a:lnTo>
                    <a:pt x="10836" y="1060"/>
                  </a:lnTo>
                  <a:cubicBezTo>
                    <a:pt x="10931" y="1060"/>
                    <a:pt x="11014" y="976"/>
                    <a:pt x="11014" y="881"/>
                  </a:cubicBezTo>
                  <a:lnTo>
                    <a:pt x="11014" y="179"/>
                  </a:lnTo>
                  <a:cubicBezTo>
                    <a:pt x="11014" y="83"/>
                    <a:pt x="10943" y="0"/>
                    <a:pt x="10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034;p20">
              <a:extLst>
                <a:ext uri="{FF2B5EF4-FFF2-40B4-BE49-F238E27FC236}">
                  <a16:creationId xmlns:a16="http://schemas.microsoft.com/office/drawing/2014/main" id="{53116844-B8A8-4227-8F51-C978EEFEC759}"/>
                </a:ext>
              </a:extLst>
            </p:cNvPr>
            <p:cNvSpPr/>
            <p:nvPr/>
          </p:nvSpPr>
          <p:spPr>
            <a:xfrm>
              <a:off x="5784799" y="2125234"/>
              <a:ext cx="33390" cy="70503"/>
            </a:xfrm>
            <a:custGeom>
              <a:avLst/>
              <a:gdLst/>
              <a:ahLst/>
              <a:cxnLst/>
              <a:rect l="l" t="t" r="r" b="b"/>
              <a:pathLst>
                <a:path w="1049" h="2215" extrusionOk="0">
                  <a:moveTo>
                    <a:pt x="691" y="334"/>
                  </a:moveTo>
                  <a:lnTo>
                    <a:pt x="691" y="1858"/>
                  </a:lnTo>
                  <a:lnTo>
                    <a:pt x="334" y="1858"/>
                  </a:lnTo>
                  <a:lnTo>
                    <a:pt x="334" y="334"/>
                  </a:lnTo>
                  <a:close/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lnTo>
                    <a:pt x="1" y="2036"/>
                  </a:lnTo>
                  <a:cubicBezTo>
                    <a:pt x="1" y="2120"/>
                    <a:pt x="72" y="2215"/>
                    <a:pt x="179" y="2215"/>
                  </a:cubicBezTo>
                  <a:lnTo>
                    <a:pt x="870" y="2215"/>
                  </a:lnTo>
                  <a:cubicBezTo>
                    <a:pt x="965" y="2215"/>
                    <a:pt x="1049" y="2144"/>
                    <a:pt x="1049" y="2036"/>
                  </a:cubicBezTo>
                  <a:lnTo>
                    <a:pt x="1049" y="179"/>
                  </a:lnTo>
                  <a:cubicBezTo>
                    <a:pt x="1049" y="72"/>
                    <a:pt x="965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12035;p20">
              <a:extLst>
                <a:ext uri="{FF2B5EF4-FFF2-40B4-BE49-F238E27FC236}">
                  <a16:creationId xmlns:a16="http://schemas.microsoft.com/office/drawing/2014/main" id="{D35B716B-8798-4669-B61C-FF7878D04C80}"/>
                </a:ext>
              </a:extLst>
            </p:cNvPr>
            <p:cNvSpPr/>
            <p:nvPr/>
          </p:nvSpPr>
          <p:spPr>
            <a:xfrm>
              <a:off x="5824236" y="2097956"/>
              <a:ext cx="33740" cy="97782"/>
            </a:xfrm>
            <a:custGeom>
              <a:avLst/>
              <a:gdLst/>
              <a:ahLst/>
              <a:cxnLst/>
              <a:rect l="l" t="t" r="r" b="b"/>
              <a:pathLst>
                <a:path w="1060" h="3072" extrusionOk="0">
                  <a:moveTo>
                    <a:pt x="703" y="345"/>
                  </a:moveTo>
                  <a:lnTo>
                    <a:pt x="703" y="2715"/>
                  </a:lnTo>
                  <a:lnTo>
                    <a:pt x="345" y="2715"/>
                  </a:lnTo>
                  <a:lnTo>
                    <a:pt x="345" y="345"/>
                  </a:lnTo>
                  <a:close/>
                  <a:moveTo>
                    <a:pt x="179" y="0"/>
                  </a:moveTo>
                  <a:cubicBezTo>
                    <a:pt x="95" y="0"/>
                    <a:pt x="0" y="84"/>
                    <a:pt x="0" y="179"/>
                  </a:cubicBezTo>
                  <a:lnTo>
                    <a:pt x="0" y="2893"/>
                  </a:lnTo>
                  <a:cubicBezTo>
                    <a:pt x="0" y="2977"/>
                    <a:pt x="83" y="3072"/>
                    <a:pt x="179" y="3072"/>
                  </a:cubicBezTo>
                  <a:lnTo>
                    <a:pt x="881" y="3072"/>
                  </a:lnTo>
                  <a:cubicBezTo>
                    <a:pt x="976" y="3072"/>
                    <a:pt x="1060" y="3001"/>
                    <a:pt x="1060" y="2893"/>
                  </a:cubicBezTo>
                  <a:lnTo>
                    <a:pt x="1060" y="179"/>
                  </a:lnTo>
                  <a:cubicBezTo>
                    <a:pt x="1048" y="84"/>
                    <a:pt x="976" y="0"/>
                    <a:pt x="8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" name="Google Shape;12036;p20">
              <a:extLst>
                <a:ext uri="{FF2B5EF4-FFF2-40B4-BE49-F238E27FC236}">
                  <a16:creationId xmlns:a16="http://schemas.microsoft.com/office/drawing/2014/main" id="{E81E5306-6C81-4F87-A260-247BC32469C9}"/>
                </a:ext>
              </a:extLst>
            </p:cNvPr>
            <p:cNvSpPr/>
            <p:nvPr/>
          </p:nvSpPr>
          <p:spPr>
            <a:xfrm>
              <a:off x="5864024" y="2111961"/>
              <a:ext cx="33740" cy="83426"/>
            </a:xfrm>
            <a:custGeom>
              <a:avLst/>
              <a:gdLst/>
              <a:ahLst/>
              <a:cxnLst/>
              <a:rect l="l" t="t" r="r" b="b"/>
              <a:pathLst>
                <a:path w="1060" h="2621" extrusionOk="0">
                  <a:moveTo>
                    <a:pt x="703" y="358"/>
                  </a:moveTo>
                  <a:lnTo>
                    <a:pt x="703" y="2275"/>
                  </a:lnTo>
                  <a:lnTo>
                    <a:pt x="346" y="2275"/>
                  </a:lnTo>
                  <a:lnTo>
                    <a:pt x="346" y="358"/>
                  </a:lnTo>
                  <a:close/>
                  <a:moveTo>
                    <a:pt x="191" y="1"/>
                  </a:moveTo>
                  <a:cubicBezTo>
                    <a:pt x="96" y="1"/>
                    <a:pt x="0" y="72"/>
                    <a:pt x="0" y="179"/>
                  </a:cubicBezTo>
                  <a:lnTo>
                    <a:pt x="0" y="2442"/>
                  </a:lnTo>
                  <a:cubicBezTo>
                    <a:pt x="0" y="2525"/>
                    <a:pt x="84" y="2620"/>
                    <a:pt x="191" y="2620"/>
                  </a:cubicBezTo>
                  <a:lnTo>
                    <a:pt x="881" y="2620"/>
                  </a:lnTo>
                  <a:cubicBezTo>
                    <a:pt x="977" y="2620"/>
                    <a:pt x="1060" y="2537"/>
                    <a:pt x="1060" y="2442"/>
                  </a:cubicBezTo>
                  <a:lnTo>
                    <a:pt x="1060" y="179"/>
                  </a:lnTo>
                  <a:cubicBezTo>
                    <a:pt x="1048" y="84"/>
                    <a:pt x="977" y="1"/>
                    <a:pt x="8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12037;p20">
              <a:extLst>
                <a:ext uri="{FF2B5EF4-FFF2-40B4-BE49-F238E27FC236}">
                  <a16:creationId xmlns:a16="http://schemas.microsoft.com/office/drawing/2014/main" id="{2DA9D1B4-573A-4FB1-B179-74250D5E79E8}"/>
                </a:ext>
              </a:extLst>
            </p:cNvPr>
            <p:cNvSpPr/>
            <p:nvPr/>
          </p:nvSpPr>
          <p:spPr>
            <a:xfrm>
              <a:off x="5904193" y="2065744"/>
              <a:ext cx="33390" cy="129644"/>
            </a:xfrm>
            <a:custGeom>
              <a:avLst/>
              <a:gdLst/>
              <a:ahLst/>
              <a:cxnLst/>
              <a:rect l="l" t="t" r="r" b="b"/>
              <a:pathLst>
                <a:path w="1049" h="4073" extrusionOk="0">
                  <a:moveTo>
                    <a:pt x="691" y="357"/>
                  </a:moveTo>
                  <a:lnTo>
                    <a:pt x="691" y="3727"/>
                  </a:lnTo>
                  <a:lnTo>
                    <a:pt x="334" y="3727"/>
                  </a:lnTo>
                  <a:lnTo>
                    <a:pt x="334" y="357"/>
                  </a:lnTo>
                  <a:close/>
                  <a:moveTo>
                    <a:pt x="179" y="0"/>
                  </a:moveTo>
                  <a:cubicBezTo>
                    <a:pt x="72" y="24"/>
                    <a:pt x="0" y="95"/>
                    <a:pt x="0" y="179"/>
                  </a:cubicBezTo>
                  <a:lnTo>
                    <a:pt x="0" y="3894"/>
                  </a:lnTo>
                  <a:cubicBezTo>
                    <a:pt x="0" y="3977"/>
                    <a:pt x="72" y="4072"/>
                    <a:pt x="179" y="4072"/>
                  </a:cubicBezTo>
                  <a:lnTo>
                    <a:pt x="870" y="4072"/>
                  </a:lnTo>
                  <a:cubicBezTo>
                    <a:pt x="965" y="4072"/>
                    <a:pt x="1048" y="3989"/>
                    <a:pt x="1048" y="3894"/>
                  </a:cubicBezTo>
                  <a:lnTo>
                    <a:pt x="1048" y="179"/>
                  </a:lnTo>
                  <a:cubicBezTo>
                    <a:pt x="1048" y="95"/>
                    <a:pt x="977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12038;p20">
              <a:extLst>
                <a:ext uri="{FF2B5EF4-FFF2-40B4-BE49-F238E27FC236}">
                  <a16:creationId xmlns:a16="http://schemas.microsoft.com/office/drawing/2014/main" id="{BA745D61-42B9-49D0-ADEF-AD8B39E3A5E9}"/>
                </a:ext>
              </a:extLst>
            </p:cNvPr>
            <p:cNvSpPr/>
            <p:nvPr/>
          </p:nvSpPr>
          <p:spPr>
            <a:xfrm>
              <a:off x="5713563" y="2080131"/>
              <a:ext cx="40965" cy="11395"/>
            </a:xfrm>
            <a:custGeom>
              <a:avLst/>
              <a:gdLst/>
              <a:ahLst/>
              <a:cxnLst/>
              <a:rect l="l" t="t" r="r" b="b"/>
              <a:pathLst>
                <a:path w="1287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2" y="263"/>
                    <a:pt x="96" y="358"/>
                    <a:pt x="179" y="358"/>
                  </a:cubicBezTo>
                  <a:lnTo>
                    <a:pt x="1108" y="358"/>
                  </a:lnTo>
                  <a:cubicBezTo>
                    <a:pt x="1191" y="358"/>
                    <a:pt x="1286" y="286"/>
                    <a:pt x="1286" y="179"/>
                  </a:cubicBezTo>
                  <a:cubicBezTo>
                    <a:pt x="1286" y="72"/>
                    <a:pt x="1203" y="1"/>
                    <a:pt x="1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12039;p20">
              <a:extLst>
                <a:ext uri="{FF2B5EF4-FFF2-40B4-BE49-F238E27FC236}">
                  <a16:creationId xmlns:a16="http://schemas.microsoft.com/office/drawing/2014/main" id="{6585C523-D4AC-4378-B34E-33770B8D2315}"/>
                </a:ext>
              </a:extLst>
            </p:cNvPr>
            <p:cNvSpPr/>
            <p:nvPr/>
          </p:nvSpPr>
          <p:spPr>
            <a:xfrm>
              <a:off x="5713945" y="2097574"/>
              <a:ext cx="56880" cy="11395"/>
            </a:xfrm>
            <a:custGeom>
              <a:avLst/>
              <a:gdLst/>
              <a:ahLst/>
              <a:cxnLst/>
              <a:rect l="l" t="t" r="r" b="b"/>
              <a:pathLst>
                <a:path w="1787" h="358" extrusionOk="0">
                  <a:moveTo>
                    <a:pt x="179" y="0"/>
                  </a:moveTo>
                  <a:cubicBezTo>
                    <a:pt x="96" y="0"/>
                    <a:pt x="0" y="72"/>
                    <a:pt x="0" y="179"/>
                  </a:cubicBezTo>
                  <a:cubicBezTo>
                    <a:pt x="0" y="274"/>
                    <a:pt x="84" y="357"/>
                    <a:pt x="179" y="357"/>
                  </a:cubicBezTo>
                  <a:lnTo>
                    <a:pt x="1608" y="357"/>
                  </a:lnTo>
                  <a:cubicBezTo>
                    <a:pt x="1703" y="357"/>
                    <a:pt x="1786" y="286"/>
                    <a:pt x="1786" y="179"/>
                  </a:cubicBezTo>
                  <a:cubicBezTo>
                    <a:pt x="1774" y="72"/>
                    <a:pt x="1703" y="0"/>
                    <a:pt x="16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" name="Google Shape;12040;p20">
              <a:extLst>
                <a:ext uri="{FF2B5EF4-FFF2-40B4-BE49-F238E27FC236}">
                  <a16:creationId xmlns:a16="http://schemas.microsoft.com/office/drawing/2014/main" id="{F286764A-8C51-4C6A-BF7F-E68267169125}"/>
                </a:ext>
              </a:extLst>
            </p:cNvPr>
            <p:cNvSpPr/>
            <p:nvPr/>
          </p:nvSpPr>
          <p:spPr>
            <a:xfrm>
              <a:off x="5713945" y="2114985"/>
              <a:ext cx="56880" cy="11427"/>
            </a:xfrm>
            <a:custGeom>
              <a:avLst/>
              <a:gdLst/>
              <a:ahLst/>
              <a:cxnLst/>
              <a:rect l="l" t="t" r="r" b="b"/>
              <a:pathLst>
                <a:path w="1787" h="359" extrusionOk="0">
                  <a:moveTo>
                    <a:pt x="179" y="1"/>
                  </a:moveTo>
                  <a:cubicBezTo>
                    <a:pt x="96" y="1"/>
                    <a:pt x="0" y="84"/>
                    <a:pt x="0" y="180"/>
                  </a:cubicBezTo>
                  <a:cubicBezTo>
                    <a:pt x="0" y="275"/>
                    <a:pt x="84" y="358"/>
                    <a:pt x="179" y="358"/>
                  </a:cubicBezTo>
                  <a:lnTo>
                    <a:pt x="1608" y="358"/>
                  </a:lnTo>
                  <a:cubicBezTo>
                    <a:pt x="1703" y="358"/>
                    <a:pt x="1786" y="287"/>
                    <a:pt x="1786" y="180"/>
                  </a:cubicBezTo>
                  <a:cubicBezTo>
                    <a:pt x="1774" y="84"/>
                    <a:pt x="1703" y="1"/>
                    <a:pt x="1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12041;p20">
              <a:extLst>
                <a:ext uri="{FF2B5EF4-FFF2-40B4-BE49-F238E27FC236}">
                  <a16:creationId xmlns:a16="http://schemas.microsoft.com/office/drawing/2014/main" id="{1B63EEEB-9465-4320-8387-643AAB083DD0}"/>
                </a:ext>
              </a:extLst>
            </p:cNvPr>
            <p:cNvSpPr/>
            <p:nvPr/>
          </p:nvSpPr>
          <p:spPr>
            <a:xfrm>
              <a:off x="5713945" y="2132810"/>
              <a:ext cx="56880" cy="11013"/>
            </a:xfrm>
            <a:custGeom>
              <a:avLst/>
              <a:gdLst/>
              <a:ahLst/>
              <a:cxnLst/>
              <a:rect l="l" t="t" r="r" b="b"/>
              <a:pathLst>
                <a:path w="1787" h="346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46"/>
                    <a:pt x="179" y="346"/>
                  </a:cubicBezTo>
                  <a:lnTo>
                    <a:pt x="1608" y="346"/>
                  </a:lnTo>
                  <a:cubicBezTo>
                    <a:pt x="1703" y="346"/>
                    <a:pt x="1786" y="274"/>
                    <a:pt x="1786" y="179"/>
                  </a:cubicBezTo>
                  <a:cubicBezTo>
                    <a:pt x="1774" y="72"/>
                    <a:pt x="1703" y="1"/>
                    <a:pt x="1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" name="Google Shape;12042;p20">
              <a:extLst>
                <a:ext uri="{FF2B5EF4-FFF2-40B4-BE49-F238E27FC236}">
                  <a16:creationId xmlns:a16="http://schemas.microsoft.com/office/drawing/2014/main" id="{44CE44B7-2251-4EA4-8591-75BA1806D968}"/>
                </a:ext>
              </a:extLst>
            </p:cNvPr>
            <p:cNvSpPr/>
            <p:nvPr/>
          </p:nvSpPr>
          <p:spPr>
            <a:xfrm>
              <a:off x="5663526" y="2182464"/>
              <a:ext cx="69389" cy="68625"/>
            </a:xfrm>
            <a:custGeom>
              <a:avLst/>
              <a:gdLst/>
              <a:ahLst/>
              <a:cxnLst/>
              <a:rect l="l" t="t" r="r" b="b"/>
              <a:pathLst>
                <a:path w="2180" h="2156" extrusionOk="0">
                  <a:moveTo>
                    <a:pt x="1084" y="0"/>
                  </a:moveTo>
                  <a:cubicBezTo>
                    <a:pt x="489" y="0"/>
                    <a:pt x="1" y="488"/>
                    <a:pt x="1" y="1084"/>
                  </a:cubicBezTo>
                  <a:cubicBezTo>
                    <a:pt x="1" y="1322"/>
                    <a:pt x="72" y="1548"/>
                    <a:pt x="215" y="1739"/>
                  </a:cubicBezTo>
                  <a:cubicBezTo>
                    <a:pt x="250" y="1780"/>
                    <a:pt x="300" y="1806"/>
                    <a:pt x="351" y="1806"/>
                  </a:cubicBezTo>
                  <a:cubicBezTo>
                    <a:pt x="387" y="1806"/>
                    <a:pt x="423" y="1792"/>
                    <a:pt x="453" y="1762"/>
                  </a:cubicBezTo>
                  <a:cubicBezTo>
                    <a:pt x="537" y="1715"/>
                    <a:pt x="549" y="1608"/>
                    <a:pt x="489" y="1524"/>
                  </a:cubicBezTo>
                  <a:cubicBezTo>
                    <a:pt x="382" y="1393"/>
                    <a:pt x="334" y="1250"/>
                    <a:pt x="334" y="1084"/>
                  </a:cubicBezTo>
                  <a:cubicBezTo>
                    <a:pt x="334" y="679"/>
                    <a:pt x="668" y="334"/>
                    <a:pt x="1084" y="334"/>
                  </a:cubicBezTo>
                  <a:cubicBezTo>
                    <a:pt x="1489" y="334"/>
                    <a:pt x="1823" y="667"/>
                    <a:pt x="1823" y="1084"/>
                  </a:cubicBezTo>
                  <a:cubicBezTo>
                    <a:pt x="1823" y="1334"/>
                    <a:pt x="1703" y="1560"/>
                    <a:pt x="1501" y="1691"/>
                  </a:cubicBezTo>
                  <a:cubicBezTo>
                    <a:pt x="1489" y="1691"/>
                    <a:pt x="1489" y="1715"/>
                    <a:pt x="1465" y="1715"/>
                  </a:cubicBezTo>
                  <a:lnTo>
                    <a:pt x="1453" y="1715"/>
                  </a:lnTo>
                  <a:lnTo>
                    <a:pt x="1442" y="1727"/>
                  </a:lnTo>
                  <a:lnTo>
                    <a:pt x="1430" y="1727"/>
                  </a:lnTo>
                  <a:cubicBezTo>
                    <a:pt x="1406" y="1727"/>
                    <a:pt x="1406" y="1739"/>
                    <a:pt x="1394" y="1739"/>
                  </a:cubicBezTo>
                  <a:cubicBezTo>
                    <a:pt x="1382" y="1739"/>
                    <a:pt x="1382" y="1751"/>
                    <a:pt x="1370" y="1751"/>
                  </a:cubicBezTo>
                  <a:lnTo>
                    <a:pt x="1346" y="1751"/>
                  </a:lnTo>
                  <a:cubicBezTo>
                    <a:pt x="1346" y="1751"/>
                    <a:pt x="1334" y="1751"/>
                    <a:pt x="1334" y="1774"/>
                  </a:cubicBezTo>
                  <a:lnTo>
                    <a:pt x="1322" y="1774"/>
                  </a:lnTo>
                  <a:cubicBezTo>
                    <a:pt x="1311" y="1774"/>
                    <a:pt x="1311" y="1774"/>
                    <a:pt x="1287" y="1786"/>
                  </a:cubicBezTo>
                  <a:cubicBezTo>
                    <a:pt x="1275" y="1786"/>
                    <a:pt x="1275" y="1786"/>
                    <a:pt x="1263" y="1798"/>
                  </a:cubicBezTo>
                  <a:lnTo>
                    <a:pt x="834" y="1798"/>
                  </a:lnTo>
                  <a:cubicBezTo>
                    <a:pt x="811" y="1798"/>
                    <a:pt x="811" y="1798"/>
                    <a:pt x="799" y="1786"/>
                  </a:cubicBezTo>
                  <a:cubicBezTo>
                    <a:pt x="787" y="1786"/>
                    <a:pt x="787" y="1786"/>
                    <a:pt x="775" y="1774"/>
                  </a:cubicBezTo>
                  <a:lnTo>
                    <a:pt x="751" y="1774"/>
                  </a:lnTo>
                  <a:cubicBezTo>
                    <a:pt x="732" y="1766"/>
                    <a:pt x="712" y="1762"/>
                    <a:pt x="691" y="1762"/>
                  </a:cubicBezTo>
                  <a:cubicBezTo>
                    <a:pt x="623" y="1762"/>
                    <a:pt x="555" y="1805"/>
                    <a:pt x="537" y="1870"/>
                  </a:cubicBezTo>
                  <a:cubicBezTo>
                    <a:pt x="501" y="1965"/>
                    <a:pt x="549" y="2072"/>
                    <a:pt x="632" y="2096"/>
                  </a:cubicBezTo>
                  <a:lnTo>
                    <a:pt x="656" y="2096"/>
                  </a:lnTo>
                  <a:cubicBezTo>
                    <a:pt x="668" y="2096"/>
                    <a:pt x="680" y="2108"/>
                    <a:pt x="691" y="2108"/>
                  </a:cubicBezTo>
                  <a:cubicBezTo>
                    <a:pt x="715" y="2108"/>
                    <a:pt x="727" y="2132"/>
                    <a:pt x="739" y="2132"/>
                  </a:cubicBezTo>
                  <a:lnTo>
                    <a:pt x="751" y="2132"/>
                  </a:lnTo>
                  <a:cubicBezTo>
                    <a:pt x="775" y="2132"/>
                    <a:pt x="787" y="2132"/>
                    <a:pt x="787" y="2143"/>
                  </a:cubicBezTo>
                  <a:lnTo>
                    <a:pt x="799" y="2143"/>
                  </a:lnTo>
                  <a:cubicBezTo>
                    <a:pt x="811" y="2143"/>
                    <a:pt x="834" y="2143"/>
                    <a:pt x="846" y="2155"/>
                  </a:cubicBezTo>
                  <a:lnTo>
                    <a:pt x="1156" y="2155"/>
                  </a:lnTo>
                  <a:cubicBezTo>
                    <a:pt x="1168" y="2155"/>
                    <a:pt x="1180" y="2155"/>
                    <a:pt x="1203" y="2143"/>
                  </a:cubicBezTo>
                  <a:lnTo>
                    <a:pt x="1215" y="2143"/>
                  </a:lnTo>
                  <a:cubicBezTo>
                    <a:pt x="1227" y="2143"/>
                    <a:pt x="1239" y="2143"/>
                    <a:pt x="1239" y="2132"/>
                  </a:cubicBezTo>
                  <a:lnTo>
                    <a:pt x="1263" y="2132"/>
                  </a:lnTo>
                  <a:cubicBezTo>
                    <a:pt x="1275" y="2132"/>
                    <a:pt x="1287" y="2108"/>
                    <a:pt x="1299" y="2108"/>
                  </a:cubicBezTo>
                  <a:cubicBezTo>
                    <a:pt x="1322" y="2108"/>
                    <a:pt x="1334" y="2096"/>
                    <a:pt x="1346" y="2096"/>
                  </a:cubicBezTo>
                  <a:lnTo>
                    <a:pt x="1358" y="2096"/>
                  </a:lnTo>
                  <a:cubicBezTo>
                    <a:pt x="1382" y="2096"/>
                    <a:pt x="1382" y="2084"/>
                    <a:pt x="1394" y="2084"/>
                  </a:cubicBezTo>
                  <a:lnTo>
                    <a:pt x="1406" y="2084"/>
                  </a:lnTo>
                  <a:cubicBezTo>
                    <a:pt x="1418" y="2084"/>
                    <a:pt x="1442" y="2072"/>
                    <a:pt x="1453" y="2072"/>
                  </a:cubicBezTo>
                  <a:cubicBezTo>
                    <a:pt x="1465" y="2072"/>
                    <a:pt x="1477" y="2048"/>
                    <a:pt x="1501" y="2048"/>
                  </a:cubicBezTo>
                  <a:lnTo>
                    <a:pt x="1513" y="2048"/>
                  </a:lnTo>
                  <a:cubicBezTo>
                    <a:pt x="1525" y="2048"/>
                    <a:pt x="1525" y="2036"/>
                    <a:pt x="1537" y="2036"/>
                  </a:cubicBezTo>
                  <a:lnTo>
                    <a:pt x="1561" y="2036"/>
                  </a:lnTo>
                  <a:cubicBezTo>
                    <a:pt x="1573" y="2024"/>
                    <a:pt x="1584" y="2024"/>
                    <a:pt x="1596" y="2012"/>
                  </a:cubicBezTo>
                  <a:cubicBezTo>
                    <a:pt x="1894" y="1798"/>
                    <a:pt x="2073" y="1465"/>
                    <a:pt x="2073" y="1096"/>
                  </a:cubicBezTo>
                  <a:cubicBezTo>
                    <a:pt x="2180" y="488"/>
                    <a:pt x="1692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8376;p14">
            <a:extLst>
              <a:ext uri="{FF2B5EF4-FFF2-40B4-BE49-F238E27FC236}">
                <a16:creationId xmlns:a16="http://schemas.microsoft.com/office/drawing/2014/main" id="{8E5B565B-14AE-4FEC-B27E-4E2F0C1A26AA}"/>
              </a:ext>
            </a:extLst>
          </p:cNvPr>
          <p:cNvGrpSpPr/>
          <p:nvPr/>
        </p:nvGrpSpPr>
        <p:grpSpPr>
          <a:xfrm>
            <a:off x="7842665" y="3835657"/>
            <a:ext cx="373185" cy="302466"/>
            <a:chOff x="5220616" y="2791061"/>
            <a:chExt cx="373185" cy="302466"/>
          </a:xfrm>
          <a:solidFill>
            <a:schemeClr val="bg1"/>
          </a:solidFill>
        </p:grpSpPr>
        <p:sp>
          <p:nvSpPr>
            <p:cNvPr id="131" name="Google Shape;8377;p14">
              <a:extLst>
                <a:ext uri="{FF2B5EF4-FFF2-40B4-BE49-F238E27FC236}">
                  <a16:creationId xmlns:a16="http://schemas.microsoft.com/office/drawing/2014/main" id="{794340E2-07D6-444B-93FC-D879E1B007A8}"/>
                </a:ext>
              </a:extLst>
            </p:cNvPr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" name="Google Shape;8378;p14">
              <a:extLst>
                <a:ext uri="{FF2B5EF4-FFF2-40B4-BE49-F238E27FC236}">
                  <a16:creationId xmlns:a16="http://schemas.microsoft.com/office/drawing/2014/main" id="{E7F4E8BB-5530-430D-8CBF-99E615ABA885}"/>
                </a:ext>
              </a:extLst>
            </p:cNvPr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" name="Google Shape;8379;p14">
              <a:extLst>
                <a:ext uri="{FF2B5EF4-FFF2-40B4-BE49-F238E27FC236}">
                  <a16:creationId xmlns:a16="http://schemas.microsoft.com/office/drawing/2014/main" id="{52A975BD-882B-40B1-B57F-800968B6CC54}"/>
                </a:ext>
              </a:extLst>
            </p:cNvPr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8380;p14">
              <a:extLst>
                <a:ext uri="{FF2B5EF4-FFF2-40B4-BE49-F238E27FC236}">
                  <a16:creationId xmlns:a16="http://schemas.microsoft.com/office/drawing/2014/main" id="{D3F25D76-786F-4FD9-894C-165FE8C3D183}"/>
                </a:ext>
              </a:extLst>
            </p:cNvPr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" name="Google Shape;8381;p14">
              <a:extLst>
                <a:ext uri="{FF2B5EF4-FFF2-40B4-BE49-F238E27FC236}">
                  <a16:creationId xmlns:a16="http://schemas.microsoft.com/office/drawing/2014/main" id="{50A90DD5-9C0E-4A92-B1CE-13A7EC39C3CC}"/>
                </a:ext>
              </a:extLst>
            </p:cNvPr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" name="Google Shape;8382;p14">
              <a:extLst>
                <a:ext uri="{FF2B5EF4-FFF2-40B4-BE49-F238E27FC236}">
                  <a16:creationId xmlns:a16="http://schemas.microsoft.com/office/drawing/2014/main" id="{058E4756-5E73-4D19-BED6-FC462AD021AF}"/>
                </a:ext>
              </a:extLst>
            </p:cNvPr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" name="Google Shape;8383;p14">
              <a:extLst>
                <a:ext uri="{FF2B5EF4-FFF2-40B4-BE49-F238E27FC236}">
                  <a16:creationId xmlns:a16="http://schemas.microsoft.com/office/drawing/2014/main" id="{DA04B85C-8BF3-47D1-92DB-144FF77A1A73}"/>
                </a:ext>
              </a:extLst>
            </p:cNvPr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" name="Google Shape;8384;p14">
              <a:extLst>
                <a:ext uri="{FF2B5EF4-FFF2-40B4-BE49-F238E27FC236}">
                  <a16:creationId xmlns:a16="http://schemas.microsoft.com/office/drawing/2014/main" id="{E081D632-3F55-4583-9219-B8955F569D23}"/>
                </a:ext>
              </a:extLst>
            </p:cNvPr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" name="Google Shape;8385;p14">
              <a:extLst>
                <a:ext uri="{FF2B5EF4-FFF2-40B4-BE49-F238E27FC236}">
                  <a16:creationId xmlns:a16="http://schemas.microsoft.com/office/drawing/2014/main" id="{D88F217F-4EA1-406B-9192-19E2E1EFD3D8}"/>
                </a:ext>
              </a:extLst>
            </p:cNvPr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" name="Google Shape;8386;p14">
              <a:extLst>
                <a:ext uri="{FF2B5EF4-FFF2-40B4-BE49-F238E27FC236}">
                  <a16:creationId xmlns:a16="http://schemas.microsoft.com/office/drawing/2014/main" id="{F497874A-B09B-41CA-A426-78DAEAB776C3}"/>
                </a:ext>
              </a:extLst>
            </p:cNvPr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" name="Google Shape;8387;p14">
              <a:extLst>
                <a:ext uri="{FF2B5EF4-FFF2-40B4-BE49-F238E27FC236}">
                  <a16:creationId xmlns:a16="http://schemas.microsoft.com/office/drawing/2014/main" id="{7279CDC4-3C08-4936-B2A5-9F007D98874F}"/>
                </a:ext>
              </a:extLst>
            </p:cNvPr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" name="Google Shape;8388;p14">
              <a:extLst>
                <a:ext uri="{FF2B5EF4-FFF2-40B4-BE49-F238E27FC236}">
                  <a16:creationId xmlns:a16="http://schemas.microsoft.com/office/drawing/2014/main" id="{96F8BCDA-FF60-42A6-83C8-6F2BBF776D63}"/>
                </a:ext>
              </a:extLst>
            </p:cNvPr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" name="Google Shape;8389;p14">
              <a:extLst>
                <a:ext uri="{FF2B5EF4-FFF2-40B4-BE49-F238E27FC236}">
                  <a16:creationId xmlns:a16="http://schemas.microsoft.com/office/drawing/2014/main" id="{15468D17-CC4C-4786-8655-8E95919D15A3}"/>
                </a:ext>
              </a:extLst>
            </p:cNvPr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" name="Google Shape;8390;p14">
              <a:extLst>
                <a:ext uri="{FF2B5EF4-FFF2-40B4-BE49-F238E27FC236}">
                  <a16:creationId xmlns:a16="http://schemas.microsoft.com/office/drawing/2014/main" id="{C6C81BDE-5F4E-4A32-8CFA-3768C0FB2FA5}"/>
                </a:ext>
              </a:extLst>
            </p:cNvPr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" name="Google Shape;8391;p14">
              <a:extLst>
                <a:ext uri="{FF2B5EF4-FFF2-40B4-BE49-F238E27FC236}">
                  <a16:creationId xmlns:a16="http://schemas.microsoft.com/office/drawing/2014/main" id="{C69B9F53-4663-40BC-90AA-15CAC1EFFD2D}"/>
                </a:ext>
              </a:extLst>
            </p:cNvPr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Google Shape;8392;p14">
              <a:extLst>
                <a:ext uri="{FF2B5EF4-FFF2-40B4-BE49-F238E27FC236}">
                  <a16:creationId xmlns:a16="http://schemas.microsoft.com/office/drawing/2014/main" id="{FE1EE7A8-F3FC-4A1F-946F-F2F25AF57431}"/>
                </a:ext>
              </a:extLst>
            </p:cNvPr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Google Shape;8393;p14">
              <a:extLst>
                <a:ext uri="{FF2B5EF4-FFF2-40B4-BE49-F238E27FC236}">
                  <a16:creationId xmlns:a16="http://schemas.microsoft.com/office/drawing/2014/main" id="{91A6A7BE-7240-4B52-AE50-D604D8C21E9C}"/>
                </a:ext>
              </a:extLst>
            </p:cNvPr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Google Shape;8394;p14">
              <a:extLst>
                <a:ext uri="{FF2B5EF4-FFF2-40B4-BE49-F238E27FC236}">
                  <a16:creationId xmlns:a16="http://schemas.microsoft.com/office/drawing/2014/main" id="{4596F791-C7F5-4B28-9F3B-B6CA04BF07CD}"/>
                </a:ext>
              </a:extLst>
            </p:cNvPr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9" name="Google Shape;9289;p16">
            <a:extLst>
              <a:ext uri="{FF2B5EF4-FFF2-40B4-BE49-F238E27FC236}">
                <a16:creationId xmlns:a16="http://schemas.microsoft.com/office/drawing/2014/main" id="{240866DA-1D1C-4C91-8530-04A8DE656E68}"/>
              </a:ext>
            </a:extLst>
          </p:cNvPr>
          <p:cNvGrpSpPr/>
          <p:nvPr/>
        </p:nvGrpSpPr>
        <p:grpSpPr>
          <a:xfrm>
            <a:off x="7909872" y="1764176"/>
            <a:ext cx="238770" cy="371841"/>
            <a:chOff x="2722090" y="2890162"/>
            <a:chExt cx="238770" cy="371841"/>
          </a:xfrm>
          <a:solidFill>
            <a:schemeClr val="bg1"/>
          </a:solidFill>
        </p:grpSpPr>
        <p:sp>
          <p:nvSpPr>
            <p:cNvPr id="150" name="Google Shape;9290;p16">
              <a:extLst>
                <a:ext uri="{FF2B5EF4-FFF2-40B4-BE49-F238E27FC236}">
                  <a16:creationId xmlns:a16="http://schemas.microsoft.com/office/drawing/2014/main" id="{C225B966-16B6-4CDC-9F17-955555A041BA}"/>
                </a:ext>
              </a:extLst>
            </p:cNvPr>
            <p:cNvSpPr/>
            <p:nvPr/>
          </p:nvSpPr>
          <p:spPr>
            <a:xfrm>
              <a:off x="2722090" y="2890162"/>
              <a:ext cx="238770" cy="371841"/>
            </a:xfrm>
            <a:custGeom>
              <a:avLst/>
              <a:gdLst/>
              <a:ahLst/>
              <a:cxnLst/>
              <a:rect l="l" t="t" r="r" b="b"/>
              <a:pathLst>
                <a:path w="7502" h="11683" extrusionOk="0">
                  <a:moveTo>
                    <a:pt x="3835" y="372"/>
                  </a:moveTo>
                  <a:lnTo>
                    <a:pt x="3966" y="419"/>
                  </a:lnTo>
                  <a:cubicBezTo>
                    <a:pt x="4132" y="491"/>
                    <a:pt x="4251" y="634"/>
                    <a:pt x="4347" y="848"/>
                  </a:cubicBezTo>
                  <a:cubicBezTo>
                    <a:pt x="4168" y="812"/>
                    <a:pt x="4001" y="788"/>
                    <a:pt x="3835" y="777"/>
                  </a:cubicBezTo>
                  <a:lnTo>
                    <a:pt x="3835" y="372"/>
                  </a:lnTo>
                  <a:close/>
                  <a:moveTo>
                    <a:pt x="6609" y="9135"/>
                  </a:moveTo>
                  <a:cubicBezTo>
                    <a:pt x="6716" y="9135"/>
                    <a:pt x="6799" y="9230"/>
                    <a:pt x="6799" y="9337"/>
                  </a:cubicBezTo>
                  <a:lnTo>
                    <a:pt x="6799" y="9528"/>
                  </a:lnTo>
                  <a:lnTo>
                    <a:pt x="6609" y="9528"/>
                  </a:lnTo>
                  <a:cubicBezTo>
                    <a:pt x="6513" y="9528"/>
                    <a:pt x="6442" y="9599"/>
                    <a:pt x="6442" y="9694"/>
                  </a:cubicBezTo>
                  <a:cubicBezTo>
                    <a:pt x="6442" y="9778"/>
                    <a:pt x="6513" y="9849"/>
                    <a:pt x="6609" y="9849"/>
                  </a:cubicBezTo>
                  <a:lnTo>
                    <a:pt x="6978" y="9849"/>
                  </a:lnTo>
                  <a:cubicBezTo>
                    <a:pt x="7085" y="9849"/>
                    <a:pt x="7168" y="9944"/>
                    <a:pt x="7168" y="10040"/>
                  </a:cubicBezTo>
                  <a:lnTo>
                    <a:pt x="7168" y="11147"/>
                  </a:lnTo>
                  <a:cubicBezTo>
                    <a:pt x="7156" y="11266"/>
                    <a:pt x="7073" y="11361"/>
                    <a:pt x="6966" y="11361"/>
                  </a:cubicBezTo>
                  <a:lnTo>
                    <a:pt x="1477" y="11361"/>
                  </a:lnTo>
                  <a:cubicBezTo>
                    <a:pt x="1370" y="11361"/>
                    <a:pt x="1275" y="11266"/>
                    <a:pt x="1275" y="11159"/>
                  </a:cubicBezTo>
                  <a:lnTo>
                    <a:pt x="1275" y="10063"/>
                  </a:lnTo>
                  <a:cubicBezTo>
                    <a:pt x="1275" y="9956"/>
                    <a:pt x="1370" y="9873"/>
                    <a:pt x="1477" y="9873"/>
                  </a:cubicBezTo>
                  <a:lnTo>
                    <a:pt x="5859" y="9873"/>
                  </a:lnTo>
                  <a:cubicBezTo>
                    <a:pt x="5954" y="9873"/>
                    <a:pt x="6025" y="9790"/>
                    <a:pt x="6025" y="9706"/>
                  </a:cubicBezTo>
                  <a:cubicBezTo>
                    <a:pt x="6025" y="9611"/>
                    <a:pt x="5954" y="9540"/>
                    <a:pt x="5859" y="9540"/>
                  </a:cubicBezTo>
                  <a:lnTo>
                    <a:pt x="1656" y="9540"/>
                  </a:lnTo>
                  <a:lnTo>
                    <a:pt x="1656" y="9337"/>
                  </a:lnTo>
                  <a:cubicBezTo>
                    <a:pt x="1656" y="9230"/>
                    <a:pt x="1739" y="9135"/>
                    <a:pt x="1846" y="9135"/>
                  </a:cubicBezTo>
                  <a:close/>
                  <a:moveTo>
                    <a:pt x="3739" y="1"/>
                  </a:moveTo>
                  <a:cubicBezTo>
                    <a:pt x="3703" y="1"/>
                    <a:pt x="3678" y="3"/>
                    <a:pt x="3668" y="3"/>
                  </a:cubicBezTo>
                  <a:cubicBezTo>
                    <a:pt x="3585" y="15"/>
                    <a:pt x="3513" y="74"/>
                    <a:pt x="3513" y="157"/>
                  </a:cubicBezTo>
                  <a:lnTo>
                    <a:pt x="3513" y="729"/>
                  </a:lnTo>
                  <a:cubicBezTo>
                    <a:pt x="3438" y="725"/>
                    <a:pt x="3373" y="724"/>
                    <a:pt x="3319" y="724"/>
                  </a:cubicBezTo>
                  <a:cubicBezTo>
                    <a:pt x="3210" y="724"/>
                    <a:pt x="3144" y="729"/>
                    <a:pt x="3120" y="729"/>
                  </a:cubicBezTo>
                  <a:cubicBezTo>
                    <a:pt x="3037" y="729"/>
                    <a:pt x="2954" y="812"/>
                    <a:pt x="2954" y="908"/>
                  </a:cubicBezTo>
                  <a:cubicBezTo>
                    <a:pt x="2954" y="991"/>
                    <a:pt x="3049" y="1074"/>
                    <a:pt x="3132" y="1074"/>
                  </a:cubicBezTo>
                  <a:cubicBezTo>
                    <a:pt x="3135" y="1074"/>
                    <a:pt x="3172" y="1073"/>
                    <a:pt x="3236" y="1073"/>
                  </a:cubicBezTo>
                  <a:cubicBezTo>
                    <a:pt x="3649" y="1073"/>
                    <a:pt x="5188" y="1135"/>
                    <a:pt x="6156" y="2062"/>
                  </a:cubicBezTo>
                  <a:cubicBezTo>
                    <a:pt x="6704" y="2586"/>
                    <a:pt x="6978" y="3301"/>
                    <a:pt x="6978" y="4194"/>
                  </a:cubicBezTo>
                  <a:cubicBezTo>
                    <a:pt x="6978" y="5158"/>
                    <a:pt x="6764" y="5753"/>
                    <a:pt x="6549" y="6408"/>
                  </a:cubicBezTo>
                  <a:cubicBezTo>
                    <a:pt x="6323" y="7063"/>
                    <a:pt x="6085" y="7742"/>
                    <a:pt x="6073" y="8778"/>
                  </a:cubicBezTo>
                  <a:lnTo>
                    <a:pt x="2120" y="8778"/>
                  </a:lnTo>
                  <a:cubicBezTo>
                    <a:pt x="2084" y="8694"/>
                    <a:pt x="2025" y="8492"/>
                    <a:pt x="2025" y="8218"/>
                  </a:cubicBezTo>
                  <a:cubicBezTo>
                    <a:pt x="2025" y="7766"/>
                    <a:pt x="2299" y="6730"/>
                    <a:pt x="4168" y="4860"/>
                  </a:cubicBezTo>
                  <a:cubicBezTo>
                    <a:pt x="4227" y="4801"/>
                    <a:pt x="4227" y="4729"/>
                    <a:pt x="4192" y="4658"/>
                  </a:cubicBezTo>
                  <a:cubicBezTo>
                    <a:pt x="4157" y="4606"/>
                    <a:pt x="4109" y="4573"/>
                    <a:pt x="4058" y="4573"/>
                  </a:cubicBezTo>
                  <a:cubicBezTo>
                    <a:pt x="4040" y="4573"/>
                    <a:pt x="4020" y="4577"/>
                    <a:pt x="4001" y="4587"/>
                  </a:cubicBezTo>
                  <a:cubicBezTo>
                    <a:pt x="4001" y="4587"/>
                    <a:pt x="3902" y="4611"/>
                    <a:pt x="3741" y="4611"/>
                  </a:cubicBezTo>
                  <a:cubicBezTo>
                    <a:pt x="3530" y="4611"/>
                    <a:pt x="3214" y="4569"/>
                    <a:pt x="2882" y="4372"/>
                  </a:cubicBezTo>
                  <a:cubicBezTo>
                    <a:pt x="2803" y="4328"/>
                    <a:pt x="2715" y="4306"/>
                    <a:pt x="2627" y="4306"/>
                  </a:cubicBezTo>
                  <a:cubicBezTo>
                    <a:pt x="2503" y="4306"/>
                    <a:pt x="2379" y="4348"/>
                    <a:pt x="2275" y="4432"/>
                  </a:cubicBezTo>
                  <a:cubicBezTo>
                    <a:pt x="2058" y="4611"/>
                    <a:pt x="1655" y="4842"/>
                    <a:pt x="1053" y="4842"/>
                  </a:cubicBezTo>
                  <a:cubicBezTo>
                    <a:pt x="895" y="4842"/>
                    <a:pt x="723" y="4826"/>
                    <a:pt x="537" y="4789"/>
                  </a:cubicBezTo>
                  <a:lnTo>
                    <a:pt x="382" y="4075"/>
                  </a:lnTo>
                  <a:lnTo>
                    <a:pt x="2156" y="2301"/>
                  </a:lnTo>
                  <a:cubicBezTo>
                    <a:pt x="2180" y="2277"/>
                    <a:pt x="2203" y="2229"/>
                    <a:pt x="2203" y="2193"/>
                  </a:cubicBezTo>
                  <a:lnTo>
                    <a:pt x="2203" y="1967"/>
                  </a:lnTo>
                  <a:cubicBezTo>
                    <a:pt x="2203" y="1860"/>
                    <a:pt x="2275" y="1789"/>
                    <a:pt x="2382" y="1777"/>
                  </a:cubicBezTo>
                  <a:cubicBezTo>
                    <a:pt x="2501" y="1764"/>
                    <a:pt x="2692" y="1750"/>
                    <a:pt x="2929" y="1750"/>
                  </a:cubicBezTo>
                  <a:cubicBezTo>
                    <a:pt x="3355" y="1750"/>
                    <a:pt x="3928" y="1796"/>
                    <a:pt x="4501" y="1979"/>
                  </a:cubicBezTo>
                  <a:cubicBezTo>
                    <a:pt x="4522" y="1987"/>
                    <a:pt x="4544" y="1991"/>
                    <a:pt x="4565" y="1991"/>
                  </a:cubicBezTo>
                  <a:cubicBezTo>
                    <a:pt x="4639" y="1991"/>
                    <a:pt x="4706" y="1943"/>
                    <a:pt x="4716" y="1860"/>
                  </a:cubicBezTo>
                  <a:cubicBezTo>
                    <a:pt x="4739" y="1777"/>
                    <a:pt x="4704" y="1670"/>
                    <a:pt x="4597" y="1658"/>
                  </a:cubicBezTo>
                  <a:cubicBezTo>
                    <a:pt x="3956" y="1457"/>
                    <a:pt x="3315" y="1408"/>
                    <a:pt x="2856" y="1408"/>
                  </a:cubicBezTo>
                  <a:cubicBezTo>
                    <a:pt x="2632" y="1408"/>
                    <a:pt x="2451" y="1420"/>
                    <a:pt x="2334" y="1431"/>
                  </a:cubicBezTo>
                  <a:cubicBezTo>
                    <a:pt x="2049" y="1455"/>
                    <a:pt x="1846" y="1681"/>
                    <a:pt x="1846" y="1967"/>
                  </a:cubicBezTo>
                  <a:lnTo>
                    <a:pt x="1846" y="2110"/>
                  </a:lnTo>
                  <a:lnTo>
                    <a:pt x="60" y="3896"/>
                  </a:lnTo>
                  <a:cubicBezTo>
                    <a:pt x="13" y="3944"/>
                    <a:pt x="1" y="4003"/>
                    <a:pt x="13" y="4051"/>
                  </a:cubicBezTo>
                  <a:lnTo>
                    <a:pt x="191" y="4956"/>
                  </a:lnTo>
                  <a:cubicBezTo>
                    <a:pt x="203" y="5015"/>
                    <a:pt x="251" y="5075"/>
                    <a:pt x="310" y="5087"/>
                  </a:cubicBezTo>
                  <a:cubicBezTo>
                    <a:pt x="569" y="5151"/>
                    <a:pt x="806" y="5178"/>
                    <a:pt x="1022" y="5178"/>
                  </a:cubicBezTo>
                  <a:cubicBezTo>
                    <a:pt x="1722" y="5178"/>
                    <a:pt x="2199" y="4897"/>
                    <a:pt x="2453" y="4706"/>
                  </a:cubicBezTo>
                  <a:cubicBezTo>
                    <a:pt x="2497" y="4669"/>
                    <a:pt x="2550" y="4655"/>
                    <a:pt x="2598" y="4655"/>
                  </a:cubicBezTo>
                  <a:cubicBezTo>
                    <a:pt x="2628" y="4655"/>
                    <a:pt x="2657" y="4661"/>
                    <a:pt x="2680" y="4670"/>
                  </a:cubicBezTo>
                  <a:cubicBezTo>
                    <a:pt x="3001" y="4872"/>
                    <a:pt x="3335" y="4932"/>
                    <a:pt x="3573" y="4944"/>
                  </a:cubicBezTo>
                  <a:cubicBezTo>
                    <a:pt x="1977" y="6611"/>
                    <a:pt x="1632" y="7635"/>
                    <a:pt x="1632" y="8218"/>
                  </a:cubicBezTo>
                  <a:cubicBezTo>
                    <a:pt x="1632" y="8456"/>
                    <a:pt x="1680" y="8647"/>
                    <a:pt x="1727" y="8778"/>
                  </a:cubicBezTo>
                  <a:cubicBezTo>
                    <a:pt x="1465" y="8825"/>
                    <a:pt x="1275" y="9051"/>
                    <a:pt x="1275" y="9313"/>
                  </a:cubicBezTo>
                  <a:lnTo>
                    <a:pt x="1275" y="9540"/>
                  </a:lnTo>
                  <a:cubicBezTo>
                    <a:pt x="1072" y="9611"/>
                    <a:pt x="906" y="9801"/>
                    <a:pt x="906" y="10040"/>
                  </a:cubicBezTo>
                  <a:lnTo>
                    <a:pt x="906" y="11147"/>
                  </a:lnTo>
                  <a:cubicBezTo>
                    <a:pt x="906" y="11445"/>
                    <a:pt x="1144" y="11683"/>
                    <a:pt x="1441" y="11683"/>
                  </a:cubicBezTo>
                  <a:lnTo>
                    <a:pt x="6930" y="11683"/>
                  </a:lnTo>
                  <a:cubicBezTo>
                    <a:pt x="7228" y="11683"/>
                    <a:pt x="7466" y="11445"/>
                    <a:pt x="7466" y="11147"/>
                  </a:cubicBezTo>
                  <a:lnTo>
                    <a:pt x="7466" y="10040"/>
                  </a:lnTo>
                  <a:cubicBezTo>
                    <a:pt x="7502" y="9825"/>
                    <a:pt x="7347" y="9611"/>
                    <a:pt x="7145" y="9551"/>
                  </a:cubicBezTo>
                  <a:lnTo>
                    <a:pt x="7145" y="9337"/>
                  </a:lnTo>
                  <a:cubicBezTo>
                    <a:pt x="7145" y="9039"/>
                    <a:pt x="6906" y="8801"/>
                    <a:pt x="6609" y="8801"/>
                  </a:cubicBezTo>
                  <a:lnTo>
                    <a:pt x="6418" y="8801"/>
                  </a:lnTo>
                  <a:cubicBezTo>
                    <a:pt x="6442" y="7801"/>
                    <a:pt x="6656" y="7158"/>
                    <a:pt x="6871" y="6527"/>
                  </a:cubicBezTo>
                  <a:cubicBezTo>
                    <a:pt x="7097" y="5896"/>
                    <a:pt x="7323" y="5229"/>
                    <a:pt x="7323" y="4206"/>
                  </a:cubicBezTo>
                  <a:cubicBezTo>
                    <a:pt x="7323" y="3229"/>
                    <a:pt x="7014" y="2420"/>
                    <a:pt x="6394" y="1824"/>
                  </a:cubicBezTo>
                  <a:cubicBezTo>
                    <a:pt x="5906" y="1372"/>
                    <a:pt x="5299" y="1098"/>
                    <a:pt x="4751" y="931"/>
                  </a:cubicBezTo>
                  <a:cubicBezTo>
                    <a:pt x="4632" y="431"/>
                    <a:pt x="4358" y="205"/>
                    <a:pt x="4156" y="98"/>
                  </a:cubicBezTo>
                  <a:cubicBezTo>
                    <a:pt x="3986" y="13"/>
                    <a:pt x="3828" y="1"/>
                    <a:pt x="3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9291;p16">
              <a:extLst>
                <a:ext uri="{FF2B5EF4-FFF2-40B4-BE49-F238E27FC236}">
                  <a16:creationId xmlns:a16="http://schemas.microsoft.com/office/drawing/2014/main" id="{9F641AD3-D910-41A3-9A0A-3EEF50260C17}"/>
                </a:ext>
              </a:extLst>
            </p:cNvPr>
            <p:cNvSpPr/>
            <p:nvPr/>
          </p:nvSpPr>
          <p:spPr>
            <a:xfrm>
              <a:off x="2882023" y="2951111"/>
              <a:ext cx="21993" cy="16837"/>
            </a:xfrm>
            <a:custGeom>
              <a:avLst/>
              <a:gdLst/>
              <a:ahLst/>
              <a:cxnLst/>
              <a:rect l="l" t="t" r="r" b="b"/>
              <a:pathLst>
                <a:path w="691" h="529" extrusionOk="0">
                  <a:moveTo>
                    <a:pt x="202" y="0"/>
                  </a:moveTo>
                  <a:cubicBezTo>
                    <a:pt x="138" y="0"/>
                    <a:pt x="81" y="30"/>
                    <a:pt x="48" y="88"/>
                  </a:cubicBezTo>
                  <a:cubicBezTo>
                    <a:pt x="0" y="183"/>
                    <a:pt x="36" y="290"/>
                    <a:pt x="119" y="338"/>
                  </a:cubicBezTo>
                  <a:cubicBezTo>
                    <a:pt x="215" y="374"/>
                    <a:pt x="298" y="433"/>
                    <a:pt x="393" y="493"/>
                  </a:cubicBezTo>
                  <a:cubicBezTo>
                    <a:pt x="417" y="517"/>
                    <a:pt x="453" y="528"/>
                    <a:pt x="476" y="528"/>
                  </a:cubicBezTo>
                  <a:cubicBezTo>
                    <a:pt x="536" y="528"/>
                    <a:pt x="584" y="493"/>
                    <a:pt x="631" y="457"/>
                  </a:cubicBezTo>
                  <a:cubicBezTo>
                    <a:pt x="691" y="362"/>
                    <a:pt x="655" y="255"/>
                    <a:pt x="584" y="195"/>
                  </a:cubicBezTo>
                  <a:cubicBezTo>
                    <a:pt x="488" y="136"/>
                    <a:pt x="393" y="76"/>
                    <a:pt x="286" y="16"/>
                  </a:cubicBezTo>
                  <a:cubicBezTo>
                    <a:pt x="257" y="6"/>
                    <a:pt x="229" y="0"/>
                    <a:pt x="2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Google Shape;9292;p16">
              <a:extLst>
                <a:ext uri="{FF2B5EF4-FFF2-40B4-BE49-F238E27FC236}">
                  <a16:creationId xmlns:a16="http://schemas.microsoft.com/office/drawing/2014/main" id="{8F98491A-5B0E-4508-AE89-1AFE709CE477}"/>
                </a:ext>
              </a:extLst>
            </p:cNvPr>
            <p:cNvSpPr/>
            <p:nvPr/>
          </p:nvSpPr>
          <p:spPr>
            <a:xfrm>
              <a:off x="2804332" y="2960341"/>
              <a:ext cx="11012" cy="15946"/>
            </a:xfrm>
            <a:custGeom>
              <a:avLst/>
              <a:gdLst/>
              <a:ahLst/>
              <a:cxnLst/>
              <a:rect l="l" t="t" r="r" b="b"/>
              <a:pathLst>
                <a:path w="346" h="501" extrusionOk="0"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84" y="500"/>
                    <a:pt x="167" y="500"/>
                  </a:cubicBezTo>
                  <a:cubicBezTo>
                    <a:pt x="262" y="500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46" y="72"/>
                    <a:pt x="274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348774" y="1153550"/>
            <a:ext cx="879522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Context Models for the QR Attendance System</a:t>
            </a:r>
          </a:p>
          <a:p>
            <a:r>
              <a:rPr lang="en-US" sz="1400" b="1" dirty="0"/>
              <a:t>Context models</a:t>
            </a:r>
            <a:r>
              <a:rPr lang="en-US" sz="1400" dirty="0"/>
              <a:t> help define system boundaries and interactions with external entities.</a:t>
            </a:r>
          </a:p>
          <a:p>
            <a:r>
              <a:rPr lang="en-US" sz="1400" b="1" dirty="0" smtClean="0"/>
              <a:t>1.System </a:t>
            </a:r>
            <a:r>
              <a:rPr lang="en-US" sz="1400" b="1" dirty="0"/>
              <a:t>Scope</a:t>
            </a:r>
            <a:r>
              <a:rPr lang="en-US" sz="1400" dirty="0"/>
              <a:t> → The </a:t>
            </a:r>
            <a:r>
              <a:rPr lang="en-US" sz="1400" b="1" dirty="0"/>
              <a:t>QR Attendance System</a:t>
            </a:r>
            <a:r>
              <a:rPr lang="en-US" sz="1400" dirty="0"/>
              <a:t> interacts with </a:t>
            </a:r>
            <a:r>
              <a:rPr lang="en-US" sz="1400" b="1" dirty="0"/>
              <a:t>teachers &amp; students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 smtClean="0"/>
              <a:t>2.</a:t>
            </a:r>
            <a:r>
              <a:rPr lang="en-US" sz="1400" b="1" dirty="0" smtClean="0"/>
              <a:t>Key </a:t>
            </a:r>
            <a:r>
              <a:rPr lang="en-US" sz="1400" b="1" dirty="0"/>
              <a:t>Functions</a:t>
            </a:r>
            <a:r>
              <a:rPr lang="en-US" sz="1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Generate QR Codes</a:t>
            </a:r>
            <a:r>
              <a:rPr lang="en-US" sz="1400" dirty="0"/>
              <a:t> → Students scan to register attendance.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Provide Attendance Reports</a:t>
            </a:r>
            <a:r>
              <a:rPr lang="en-US" sz="1400" dirty="0"/>
              <a:t> → Teachers can monitor student attendance.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Access Student Information</a:t>
            </a:r>
            <a:r>
              <a:rPr lang="en-US" sz="1400" dirty="0"/>
              <a:t> → Retrieve student name &amp; university number.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Link QR Code to Course</a:t>
            </a:r>
            <a:r>
              <a:rPr lang="en-US" sz="1400" dirty="0"/>
              <a:t> → Ensure accurate attendance tracking per subject.</a:t>
            </a:r>
          </a:p>
          <a:p>
            <a:r>
              <a:rPr lang="en-US" sz="1400" b="1" dirty="0" smtClean="0"/>
              <a:t>3.External </a:t>
            </a:r>
            <a:r>
              <a:rPr lang="en-US" sz="1400" b="1" dirty="0"/>
              <a:t>Systems Interacting with the QR System</a:t>
            </a:r>
            <a:r>
              <a:rPr lang="en-US" sz="1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Student System</a:t>
            </a:r>
            <a:r>
              <a:rPr lang="en-US" sz="1400" dirty="0"/>
              <a:t> → Exchanges student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Course System</a:t>
            </a:r>
            <a:r>
              <a:rPr lang="en-US" sz="1400" dirty="0"/>
              <a:t> → Links course details with QR codes.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Reporting System</a:t>
            </a:r>
            <a:r>
              <a:rPr lang="en-US" sz="1400" dirty="0"/>
              <a:t> → Generates reports for teachers.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Student Information System</a:t>
            </a:r>
            <a:r>
              <a:rPr lang="en-US" sz="1400" dirty="0"/>
              <a:t> → Sends </a:t>
            </a:r>
            <a:r>
              <a:rPr lang="en-US" sz="1400" b="1" dirty="0"/>
              <a:t>absence notifications</a:t>
            </a:r>
            <a:r>
              <a:rPr lang="en-US" sz="1400" dirty="0"/>
              <a:t> to students.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533494" y="1294922"/>
            <a:ext cx="423978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7274344"/>
              </p:ext>
            </p:extLst>
          </p:nvPr>
        </p:nvGraphicFramePr>
        <p:xfrm>
          <a:off x="5904062" y="2068428"/>
          <a:ext cx="3098870" cy="2015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Picture" r:id="rId3" imgW="0" imgH="0" progId="StaticMetafile">
                  <p:embed/>
                </p:oleObj>
              </mc:Choice>
              <mc:Fallback>
                <p:oleObj name="Picture" r:id="rId3" imgW="0" imgH="0" progId="StaticMetafile">
                  <p:embed/>
                  <p:pic>
                    <p:nvPicPr>
                      <p:cNvPr id="0" name="rectole000000000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4062" y="2068428"/>
                        <a:ext cx="3098870" cy="201573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8765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4" grpId="0"/>
      <p:bldP spid="73" grpId="0"/>
      <p:bldP spid="82" grpId="0"/>
      <p:bldP spid="87" grpId="0"/>
      <p:bldP spid="89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Elipse 178">
            <a:extLst>
              <a:ext uri="{FF2B5EF4-FFF2-40B4-BE49-F238E27FC236}">
                <a16:creationId xmlns:a16="http://schemas.microsoft.com/office/drawing/2014/main" id="{43FCB987-10B3-4DBC-99DD-2938FCD037DB}"/>
              </a:ext>
            </a:extLst>
          </p:cNvPr>
          <p:cNvSpPr/>
          <p:nvPr/>
        </p:nvSpPr>
        <p:spPr>
          <a:xfrm>
            <a:off x="6666559" y="93881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75693-0101-47F8-8FF6-40B84B49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396363"/>
          </a:xfrm>
        </p:spPr>
        <p:txBody>
          <a:bodyPr>
            <a:noAutofit/>
          </a:bodyPr>
          <a:lstStyle/>
          <a:p>
            <a:r>
              <a:rPr lang="es-ES" dirty="0" err="1" smtClean="0"/>
              <a:t>Architectural</a:t>
            </a:r>
            <a:r>
              <a:rPr lang="es-ES" dirty="0" smtClean="0"/>
              <a:t> </a:t>
            </a:r>
            <a:r>
              <a:rPr lang="es-ES" dirty="0" err="1" smtClean="0"/>
              <a:t>Design</a:t>
            </a:r>
            <a:endParaRPr lang="en-US" dirty="0"/>
          </a:p>
        </p:txBody>
      </p:sp>
      <p:sp>
        <p:nvSpPr>
          <p:cNvPr id="73" name="Text Placeholder 20">
            <a:extLst>
              <a:ext uri="{FF2B5EF4-FFF2-40B4-BE49-F238E27FC236}">
                <a16:creationId xmlns:a16="http://schemas.microsoft.com/office/drawing/2014/main" id="{395374C8-A3EF-42D6-8F0B-8EB13EB018D6}"/>
              </a:ext>
            </a:extLst>
          </p:cNvPr>
          <p:cNvSpPr txBox="1">
            <a:spLocks/>
          </p:cNvSpPr>
          <p:nvPr/>
        </p:nvSpPr>
        <p:spPr>
          <a:xfrm>
            <a:off x="3828710" y="1647125"/>
            <a:ext cx="531894" cy="265280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01</a:t>
            </a:r>
            <a:endParaRPr lang="en-US" sz="1400" dirty="0">
              <a:solidFill>
                <a:srgbClr val="F9F9F1"/>
              </a:solidFill>
            </a:endParaRPr>
          </a:p>
        </p:txBody>
      </p:sp>
      <p:sp>
        <p:nvSpPr>
          <p:cNvPr id="82" name="Text Placeholder 20">
            <a:extLst>
              <a:ext uri="{FF2B5EF4-FFF2-40B4-BE49-F238E27FC236}">
                <a16:creationId xmlns:a16="http://schemas.microsoft.com/office/drawing/2014/main" id="{7A77445C-2005-47A0-8B8A-C36D59F9A126}"/>
              </a:ext>
            </a:extLst>
          </p:cNvPr>
          <p:cNvSpPr txBox="1">
            <a:spLocks/>
          </p:cNvSpPr>
          <p:nvPr/>
        </p:nvSpPr>
        <p:spPr>
          <a:xfrm>
            <a:off x="4725931" y="1646772"/>
            <a:ext cx="531894" cy="265633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02</a:t>
            </a:r>
            <a:endParaRPr lang="en-US" sz="1400" dirty="0">
              <a:solidFill>
                <a:srgbClr val="F9F9F1"/>
              </a:solidFill>
            </a:endParaRPr>
          </a:p>
        </p:txBody>
      </p:sp>
      <p:sp>
        <p:nvSpPr>
          <p:cNvPr id="87" name="Text Placeholder 20">
            <a:extLst>
              <a:ext uri="{FF2B5EF4-FFF2-40B4-BE49-F238E27FC236}">
                <a16:creationId xmlns:a16="http://schemas.microsoft.com/office/drawing/2014/main" id="{EC9E6752-6382-48F9-A14A-C735E4986BF9}"/>
              </a:ext>
            </a:extLst>
          </p:cNvPr>
          <p:cNvSpPr txBox="1">
            <a:spLocks/>
          </p:cNvSpPr>
          <p:nvPr/>
        </p:nvSpPr>
        <p:spPr>
          <a:xfrm>
            <a:off x="3831193" y="4024317"/>
            <a:ext cx="531894" cy="265280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03</a:t>
            </a:r>
            <a:endParaRPr lang="en-US" sz="1400" dirty="0">
              <a:solidFill>
                <a:srgbClr val="F9F9F1"/>
              </a:solidFill>
            </a:endParaRPr>
          </a:p>
        </p:txBody>
      </p:sp>
      <p:sp>
        <p:nvSpPr>
          <p:cNvPr id="89" name="Text Placeholder 20">
            <a:extLst>
              <a:ext uri="{FF2B5EF4-FFF2-40B4-BE49-F238E27FC236}">
                <a16:creationId xmlns:a16="http://schemas.microsoft.com/office/drawing/2014/main" id="{40266BC4-4114-4DA7-A0A5-6B24B6FD4F19}"/>
              </a:ext>
            </a:extLst>
          </p:cNvPr>
          <p:cNvSpPr txBox="1">
            <a:spLocks/>
          </p:cNvSpPr>
          <p:nvPr/>
        </p:nvSpPr>
        <p:spPr>
          <a:xfrm>
            <a:off x="4725931" y="4024317"/>
            <a:ext cx="531894" cy="265280"/>
          </a:xfrm>
          <a:prstGeom prst="rect">
            <a:avLst/>
          </a:prstGeom>
          <a:ln>
            <a:noFill/>
          </a:ln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Poiret One" panose="02000000000000000000" pitchFamily="2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Montserrat" panose="000005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dirty="0">
                <a:solidFill>
                  <a:srgbClr val="F9F9F1"/>
                </a:solidFill>
              </a:rPr>
              <a:t>04</a:t>
            </a:r>
          </a:p>
        </p:txBody>
      </p:sp>
      <p:grpSp>
        <p:nvGrpSpPr>
          <p:cNvPr id="113" name="Google Shape;11760;p20">
            <a:extLst>
              <a:ext uri="{FF2B5EF4-FFF2-40B4-BE49-F238E27FC236}">
                <a16:creationId xmlns:a16="http://schemas.microsoft.com/office/drawing/2014/main" id="{78E8CA04-4CDA-4328-853C-6ABE3B3D016A}"/>
              </a:ext>
            </a:extLst>
          </p:cNvPr>
          <p:cNvGrpSpPr/>
          <p:nvPr/>
        </p:nvGrpSpPr>
        <p:grpSpPr>
          <a:xfrm>
            <a:off x="949461" y="3831878"/>
            <a:ext cx="347934" cy="310024"/>
            <a:chOff x="1327676" y="2910480"/>
            <a:chExt cx="347934" cy="310024"/>
          </a:xfrm>
          <a:solidFill>
            <a:schemeClr val="bg1"/>
          </a:solidFill>
        </p:grpSpPr>
        <p:sp>
          <p:nvSpPr>
            <p:cNvPr id="114" name="Google Shape;11761;p20">
              <a:extLst>
                <a:ext uri="{FF2B5EF4-FFF2-40B4-BE49-F238E27FC236}">
                  <a16:creationId xmlns:a16="http://schemas.microsoft.com/office/drawing/2014/main" id="{B79CD8DA-48FB-409F-83C5-F70118E5E810}"/>
                </a:ext>
              </a:extLst>
            </p:cNvPr>
            <p:cNvSpPr/>
            <p:nvPr/>
          </p:nvSpPr>
          <p:spPr>
            <a:xfrm>
              <a:off x="1367081" y="3067370"/>
              <a:ext cx="43257" cy="15565"/>
            </a:xfrm>
            <a:custGeom>
              <a:avLst/>
              <a:gdLst/>
              <a:ahLst/>
              <a:cxnLst/>
              <a:rect l="l" t="t" r="r" b="b"/>
              <a:pathLst>
                <a:path w="1359" h="489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8"/>
                    <a:pt x="1168" y="488"/>
                    <a:pt x="1191" y="488"/>
                  </a:cubicBezTo>
                  <a:cubicBezTo>
                    <a:pt x="1251" y="488"/>
                    <a:pt x="1310" y="465"/>
                    <a:pt x="1346" y="405"/>
                  </a:cubicBezTo>
                  <a:cubicBezTo>
                    <a:pt x="1358" y="322"/>
                    <a:pt x="1334" y="238"/>
                    <a:pt x="1251" y="191"/>
                  </a:cubicBezTo>
                  <a:cubicBezTo>
                    <a:pt x="882" y="12"/>
                    <a:pt x="19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" name="Google Shape;11762;p20">
              <a:extLst>
                <a:ext uri="{FF2B5EF4-FFF2-40B4-BE49-F238E27FC236}">
                  <a16:creationId xmlns:a16="http://schemas.microsoft.com/office/drawing/2014/main" id="{F1B0A7A0-3C88-4417-A94C-14115D0630F0}"/>
                </a:ext>
              </a:extLst>
            </p:cNvPr>
            <p:cNvSpPr/>
            <p:nvPr/>
          </p:nvSpPr>
          <p:spPr>
            <a:xfrm>
              <a:off x="1350402" y="3170436"/>
              <a:ext cx="10663" cy="48541"/>
            </a:xfrm>
            <a:custGeom>
              <a:avLst/>
              <a:gdLst/>
              <a:ahLst/>
              <a:cxnLst/>
              <a:rect l="l" t="t" r="r" b="b"/>
              <a:pathLst>
                <a:path w="335" h="1525" extrusionOk="0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358"/>
                  </a:lnTo>
                  <a:cubicBezTo>
                    <a:pt x="1" y="1453"/>
                    <a:pt x="84" y="1525"/>
                    <a:pt x="168" y="1525"/>
                  </a:cubicBezTo>
                  <a:cubicBezTo>
                    <a:pt x="263" y="1525"/>
                    <a:pt x="334" y="1453"/>
                    <a:pt x="334" y="1358"/>
                  </a:cubicBezTo>
                  <a:lnTo>
                    <a:pt x="334" y="168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" name="Google Shape;11763;p20">
              <a:extLst>
                <a:ext uri="{FF2B5EF4-FFF2-40B4-BE49-F238E27FC236}">
                  <a16:creationId xmlns:a16="http://schemas.microsoft.com/office/drawing/2014/main" id="{FC852E32-DCD2-4BF6-A7AE-B8BAB766F2EC}"/>
                </a:ext>
              </a:extLst>
            </p:cNvPr>
            <p:cNvSpPr/>
            <p:nvPr/>
          </p:nvSpPr>
          <p:spPr>
            <a:xfrm>
              <a:off x="1327676" y="3040187"/>
              <a:ext cx="201643" cy="180317"/>
            </a:xfrm>
            <a:custGeom>
              <a:avLst/>
              <a:gdLst/>
              <a:ahLst/>
              <a:cxnLst/>
              <a:rect l="l" t="t" r="r" b="b"/>
              <a:pathLst>
                <a:path w="6335" h="5665" extrusionOk="0">
                  <a:moveTo>
                    <a:pt x="5894" y="628"/>
                  </a:moveTo>
                  <a:lnTo>
                    <a:pt x="5954" y="866"/>
                  </a:lnTo>
                  <a:cubicBezTo>
                    <a:pt x="5977" y="926"/>
                    <a:pt x="5966" y="997"/>
                    <a:pt x="5918" y="1045"/>
                  </a:cubicBezTo>
                  <a:lnTo>
                    <a:pt x="5823" y="1140"/>
                  </a:lnTo>
                  <a:lnTo>
                    <a:pt x="5596" y="914"/>
                  </a:lnTo>
                  <a:lnTo>
                    <a:pt x="5894" y="628"/>
                  </a:lnTo>
                  <a:close/>
                  <a:moveTo>
                    <a:pt x="2941" y="307"/>
                  </a:moveTo>
                  <a:lnTo>
                    <a:pt x="2941" y="961"/>
                  </a:lnTo>
                  <a:cubicBezTo>
                    <a:pt x="2941" y="1057"/>
                    <a:pt x="2906" y="1164"/>
                    <a:pt x="2870" y="1271"/>
                  </a:cubicBezTo>
                  <a:lnTo>
                    <a:pt x="2787" y="1438"/>
                  </a:lnTo>
                  <a:cubicBezTo>
                    <a:pt x="2775" y="1450"/>
                    <a:pt x="2775" y="1473"/>
                    <a:pt x="2775" y="1509"/>
                  </a:cubicBezTo>
                  <a:lnTo>
                    <a:pt x="2775" y="1854"/>
                  </a:lnTo>
                  <a:cubicBezTo>
                    <a:pt x="2775" y="2104"/>
                    <a:pt x="2667" y="2331"/>
                    <a:pt x="2513" y="2485"/>
                  </a:cubicBezTo>
                  <a:cubicBezTo>
                    <a:pt x="2363" y="2635"/>
                    <a:pt x="2165" y="2727"/>
                    <a:pt x="1954" y="2727"/>
                  </a:cubicBezTo>
                  <a:cubicBezTo>
                    <a:pt x="1930" y="2727"/>
                    <a:pt x="1906" y="2726"/>
                    <a:pt x="1882" y="2724"/>
                  </a:cubicBezTo>
                  <a:cubicBezTo>
                    <a:pt x="1417" y="2712"/>
                    <a:pt x="1048" y="2307"/>
                    <a:pt x="1048" y="1819"/>
                  </a:cubicBezTo>
                  <a:lnTo>
                    <a:pt x="1048" y="1521"/>
                  </a:lnTo>
                  <a:cubicBezTo>
                    <a:pt x="1048" y="1497"/>
                    <a:pt x="1048" y="1473"/>
                    <a:pt x="1036" y="1450"/>
                  </a:cubicBezTo>
                  <a:lnTo>
                    <a:pt x="929" y="1259"/>
                  </a:lnTo>
                  <a:cubicBezTo>
                    <a:pt x="905" y="1176"/>
                    <a:pt x="870" y="1104"/>
                    <a:pt x="870" y="1021"/>
                  </a:cubicBezTo>
                  <a:lnTo>
                    <a:pt x="870" y="997"/>
                  </a:lnTo>
                  <a:cubicBezTo>
                    <a:pt x="870" y="616"/>
                    <a:pt x="1179" y="307"/>
                    <a:pt x="1572" y="307"/>
                  </a:cubicBezTo>
                  <a:close/>
                  <a:moveTo>
                    <a:pt x="2275" y="2986"/>
                  </a:moveTo>
                  <a:cubicBezTo>
                    <a:pt x="2286" y="3045"/>
                    <a:pt x="2298" y="3081"/>
                    <a:pt x="2310" y="3117"/>
                  </a:cubicBezTo>
                  <a:lnTo>
                    <a:pt x="2167" y="3259"/>
                  </a:lnTo>
                  <a:cubicBezTo>
                    <a:pt x="2102" y="3325"/>
                    <a:pt x="2013" y="3358"/>
                    <a:pt x="1923" y="3358"/>
                  </a:cubicBezTo>
                  <a:cubicBezTo>
                    <a:pt x="1834" y="3358"/>
                    <a:pt x="1745" y="3325"/>
                    <a:pt x="1679" y="3259"/>
                  </a:cubicBezTo>
                  <a:lnTo>
                    <a:pt x="1536" y="3128"/>
                  </a:lnTo>
                  <a:cubicBezTo>
                    <a:pt x="1560" y="3081"/>
                    <a:pt x="1572" y="3045"/>
                    <a:pt x="1572" y="2986"/>
                  </a:cubicBezTo>
                  <a:cubicBezTo>
                    <a:pt x="1679" y="3009"/>
                    <a:pt x="1775" y="3045"/>
                    <a:pt x="1882" y="3045"/>
                  </a:cubicBezTo>
                  <a:lnTo>
                    <a:pt x="1917" y="3045"/>
                  </a:lnTo>
                  <a:cubicBezTo>
                    <a:pt x="2036" y="3045"/>
                    <a:pt x="2167" y="3021"/>
                    <a:pt x="2275" y="2986"/>
                  </a:cubicBezTo>
                  <a:close/>
                  <a:moveTo>
                    <a:pt x="6162" y="0"/>
                  </a:moveTo>
                  <a:cubicBezTo>
                    <a:pt x="6120" y="0"/>
                    <a:pt x="6079" y="15"/>
                    <a:pt x="6049" y="45"/>
                  </a:cubicBezTo>
                  <a:lnTo>
                    <a:pt x="2906" y="3021"/>
                  </a:lnTo>
                  <a:cubicBezTo>
                    <a:pt x="2882" y="3057"/>
                    <a:pt x="2834" y="3069"/>
                    <a:pt x="2787" y="3069"/>
                  </a:cubicBezTo>
                  <a:lnTo>
                    <a:pt x="2763" y="3069"/>
                  </a:lnTo>
                  <a:cubicBezTo>
                    <a:pt x="2656" y="3069"/>
                    <a:pt x="2584" y="2997"/>
                    <a:pt x="2584" y="2890"/>
                  </a:cubicBezTo>
                  <a:lnTo>
                    <a:pt x="2584" y="2843"/>
                  </a:lnTo>
                  <a:cubicBezTo>
                    <a:pt x="2644" y="2819"/>
                    <a:pt x="2679" y="2771"/>
                    <a:pt x="2727" y="2724"/>
                  </a:cubicBezTo>
                  <a:cubicBezTo>
                    <a:pt x="2965" y="2497"/>
                    <a:pt x="3084" y="2200"/>
                    <a:pt x="3084" y="1878"/>
                  </a:cubicBezTo>
                  <a:lnTo>
                    <a:pt x="3084" y="1581"/>
                  </a:lnTo>
                  <a:lnTo>
                    <a:pt x="3144" y="1450"/>
                  </a:lnTo>
                  <a:cubicBezTo>
                    <a:pt x="3215" y="1307"/>
                    <a:pt x="3251" y="1152"/>
                    <a:pt x="3251" y="997"/>
                  </a:cubicBezTo>
                  <a:lnTo>
                    <a:pt x="3251" y="176"/>
                  </a:lnTo>
                  <a:cubicBezTo>
                    <a:pt x="3251" y="92"/>
                    <a:pt x="3179" y="21"/>
                    <a:pt x="3084" y="21"/>
                  </a:cubicBezTo>
                  <a:lnTo>
                    <a:pt x="1548" y="21"/>
                  </a:lnTo>
                  <a:cubicBezTo>
                    <a:pt x="1001" y="21"/>
                    <a:pt x="536" y="461"/>
                    <a:pt x="536" y="1033"/>
                  </a:cubicBezTo>
                  <a:lnTo>
                    <a:pt x="536" y="1045"/>
                  </a:lnTo>
                  <a:cubicBezTo>
                    <a:pt x="536" y="1176"/>
                    <a:pt x="572" y="1295"/>
                    <a:pt x="632" y="1414"/>
                  </a:cubicBezTo>
                  <a:lnTo>
                    <a:pt x="703" y="1581"/>
                  </a:lnTo>
                  <a:lnTo>
                    <a:pt x="703" y="1831"/>
                  </a:lnTo>
                  <a:cubicBezTo>
                    <a:pt x="703" y="2247"/>
                    <a:pt x="917" y="2616"/>
                    <a:pt x="1215" y="2843"/>
                  </a:cubicBezTo>
                  <a:lnTo>
                    <a:pt x="1215" y="2997"/>
                  </a:lnTo>
                  <a:cubicBezTo>
                    <a:pt x="1215" y="3069"/>
                    <a:pt x="1155" y="3140"/>
                    <a:pt x="1072" y="3176"/>
                  </a:cubicBezTo>
                  <a:lnTo>
                    <a:pt x="501" y="3343"/>
                  </a:lnTo>
                  <a:cubicBezTo>
                    <a:pt x="215" y="3414"/>
                    <a:pt x="0" y="3676"/>
                    <a:pt x="0" y="3974"/>
                  </a:cubicBezTo>
                  <a:lnTo>
                    <a:pt x="0" y="5462"/>
                  </a:lnTo>
                  <a:cubicBezTo>
                    <a:pt x="0" y="5557"/>
                    <a:pt x="84" y="5629"/>
                    <a:pt x="167" y="5629"/>
                  </a:cubicBezTo>
                  <a:cubicBezTo>
                    <a:pt x="262" y="5629"/>
                    <a:pt x="334" y="5557"/>
                    <a:pt x="334" y="5462"/>
                  </a:cubicBezTo>
                  <a:lnTo>
                    <a:pt x="334" y="3974"/>
                  </a:lnTo>
                  <a:cubicBezTo>
                    <a:pt x="334" y="3831"/>
                    <a:pt x="441" y="3676"/>
                    <a:pt x="584" y="3640"/>
                  </a:cubicBezTo>
                  <a:lnTo>
                    <a:pt x="1167" y="3474"/>
                  </a:lnTo>
                  <a:cubicBezTo>
                    <a:pt x="1215" y="3450"/>
                    <a:pt x="1251" y="3438"/>
                    <a:pt x="1298" y="3414"/>
                  </a:cubicBezTo>
                  <a:lnTo>
                    <a:pt x="1405" y="3521"/>
                  </a:lnTo>
                  <a:cubicBezTo>
                    <a:pt x="1536" y="3652"/>
                    <a:pt x="1703" y="3712"/>
                    <a:pt x="1882" y="3712"/>
                  </a:cubicBezTo>
                  <a:cubicBezTo>
                    <a:pt x="2060" y="3712"/>
                    <a:pt x="2227" y="3652"/>
                    <a:pt x="2358" y="3521"/>
                  </a:cubicBezTo>
                  <a:lnTo>
                    <a:pt x="2501" y="3367"/>
                  </a:lnTo>
                  <a:cubicBezTo>
                    <a:pt x="2584" y="3402"/>
                    <a:pt x="2656" y="3426"/>
                    <a:pt x="2727" y="3426"/>
                  </a:cubicBezTo>
                  <a:lnTo>
                    <a:pt x="2763" y="3426"/>
                  </a:lnTo>
                  <a:cubicBezTo>
                    <a:pt x="2894" y="3426"/>
                    <a:pt x="3013" y="3378"/>
                    <a:pt x="3096" y="3295"/>
                  </a:cubicBezTo>
                  <a:lnTo>
                    <a:pt x="5334" y="1176"/>
                  </a:lnTo>
                  <a:lnTo>
                    <a:pt x="5561" y="1402"/>
                  </a:lnTo>
                  <a:lnTo>
                    <a:pt x="2965" y="3986"/>
                  </a:lnTo>
                  <a:cubicBezTo>
                    <a:pt x="2798" y="4152"/>
                    <a:pt x="2715" y="4367"/>
                    <a:pt x="2715" y="4581"/>
                  </a:cubicBezTo>
                  <a:lnTo>
                    <a:pt x="2715" y="5498"/>
                  </a:lnTo>
                  <a:cubicBezTo>
                    <a:pt x="2715" y="5581"/>
                    <a:pt x="2787" y="5664"/>
                    <a:pt x="2882" y="5664"/>
                  </a:cubicBezTo>
                  <a:cubicBezTo>
                    <a:pt x="2965" y="5664"/>
                    <a:pt x="3037" y="5581"/>
                    <a:pt x="3037" y="5498"/>
                  </a:cubicBezTo>
                  <a:lnTo>
                    <a:pt x="3037" y="4581"/>
                  </a:lnTo>
                  <a:cubicBezTo>
                    <a:pt x="3037" y="4450"/>
                    <a:pt x="3096" y="4319"/>
                    <a:pt x="3191" y="4212"/>
                  </a:cubicBezTo>
                  <a:lnTo>
                    <a:pt x="6096" y="1307"/>
                  </a:lnTo>
                  <a:cubicBezTo>
                    <a:pt x="6216" y="1200"/>
                    <a:pt x="6275" y="997"/>
                    <a:pt x="6227" y="831"/>
                  </a:cubicBezTo>
                  <a:lnTo>
                    <a:pt x="6168" y="378"/>
                  </a:lnTo>
                  <a:lnTo>
                    <a:pt x="6275" y="271"/>
                  </a:lnTo>
                  <a:cubicBezTo>
                    <a:pt x="6335" y="211"/>
                    <a:pt x="6335" y="104"/>
                    <a:pt x="6275" y="45"/>
                  </a:cubicBezTo>
                  <a:cubicBezTo>
                    <a:pt x="6245" y="15"/>
                    <a:pt x="6204" y="0"/>
                    <a:pt x="61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" name="Google Shape;11764;p20">
              <a:extLst>
                <a:ext uri="{FF2B5EF4-FFF2-40B4-BE49-F238E27FC236}">
                  <a16:creationId xmlns:a16="http://schemas.microsoft.com/office/drawing/2014/main" id="{F7CDB6E4-B1CA-474B-84D4-ABC8AC29FE42}"/>
                </a:ext>
              </a:extLst>
            </p:cNvPr>
            <p:cNvSpPr/>
            <p:nvPr/>
          </p:nvSpPr>
          <p:spPr>
            <a:xfrm>
              <a:off x="1470179" y="2910480"/>
              <a:ext cx="205431" cy="173601"/>
            </a:xfrm>
            <a:custGeom>
              <a:avLst/>
              <a:gdLst/>
              <a:ahLst/>
              <a:cxnLst/>
              <a:rect l="l" t="t" r="r" b="b"/>
              <a:pathLst>
                <a:path w="6454" h="5454" extrusionOk="0"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lnTo>
                    <a:pt x="0" y="4822"/>
                  </a:lnTo>
                  <a:cubicBezTo>
                    <a:pt x="0" y="4917"/>
                    <a:pt x="72" y="4989"/>
                    <a:pt x="155" y="4989"/>
                  </a:cubicBezTo>
                  <a:cubicBezTo>
                    <a:pt x="250" y="4989"/>
                    <a:pt x="322" y="4917"/>
                    <a:pt x="322" y="4822"/>
                  </a:cubicBezTo>
                  <a:lnTo>
                    <a:pt x="322" y="512"/>
                  </a:lnTo>
                  <a:cubicBezTo>
                    <a:pt x="322" y="405"/>
                    <a:pt x="393" y="322"/>
                    <a:pt x="500" y="322"/>
                  </a:cubicBezTo>
                  <a:lnTo>
                    <a:pt x="5953" y="322"/>
                  </a:lnTo>
                  <a:cubicBezTo>
                    <a:pt x="6049" y="322"/>
                    <a:pt x="6132" y="405"/>
                    <a:pt x="6132" y="512"/>
                  </a:cubicBezTo>
                  <a:lnTo>
                    <a:pt x="6132" y="4941"/>
                  </a:lnTo>
                  <a:cubicBezTo>
                    <a:pt x="6132" y="5048"/>
                    <a:pt x="6049" y="5120"/>
                    <a:pt x="5953" y="5120"/>
                  </a:cubicBezTo>
                  <a:lnTo>
                    <a:pt x="2298" y="5120"/>
                  </a:lnTo>
                  <a:cubicBezTo>
                    <a:pt x="2215" y="5120"/>
                    <a:pt x="2131" y="5191"/>
                    <a:pt x="2131" y="5287"/>
                  </a:cubicBezTo>
                  <a:cubicBezTo>
                    <a:pt x="2131" y="5370"/>
                    <a:pt x="2215" y="5453"/>
                    <a:pt x="2298" y="5453"/>
                  </a:cubicBezTo>
                  <a:lnTo>
                    <a:pt x="5953" y="5453"/>
                  </a:lnTo>
                  <a:cubicBezTo>
                    <a:pt x="6227" y="5453"/>
                    <a:pt x="6453" y="5227"/>
                    <a:pt x="6453" y="4941"/>
                  </a:cubicBezTo>
                  <a:lnTo>
                    <a:pt x="6453" y="512"/>
                  </a:lnTo>
                  <a:cubicBezTo>
                    <a:pt x="6453" y="226"/>
                    <a:pt x="6215" y="0"/>
                    <a:pt x="5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Google Shape;11765;p20">
              <a:extLst>
                <a:ext uri="{FF2B5EF4-FFF2-40B4-BE49-F238E27FC236}">
                  <a16:creationId xmlns:a16="http://schemas.microsoft.com/office/drawing/2014/main" id="{480ED963-11D7-45C8-BC42-AD7ECDF6D820}"/>
                </a:ext>
              </a:extLst>
            </p:cNvPr>
            <p:cNvSpPr/>
            <p:nvPr/>
          </p:nvSpPr>
          <p:spPr>
            <a:xfrm>
              <a:off x="1497075" y="2942692"/>
              <a:ext cx="152370" cy="96668"/>
            </a:xfrm>
            <a:custGeom>
              <a:avLst/>
              <a:gdLst/>
              <a:ahLst/>
              <a:cxnLst/>
              <a:rect l="l" t="t" r="r" b="b"/>
              <a:pathLst>
                <a:path w="4787" h="3037" extrusionOk="0">
                  <a:moveTo>
                    <a:pt x="3751" y="0"/>
                  </a:moveTo>
                  <a:cubicBezTo>
                    <a:pt x="3656" y="0"/>
                    <a:pt x="3584" y="72"/>
                    <a:pt x="3584" y="167"/>
                  </a:cubicBezTo>
                  <a:cubicBezTo>
                    <a:pt x="3584" y="250"/>
                    <a:pt x="3656" y="334"/>
                    <a:pt x="3751" y="334"/>
                  </a:cubicBezTo>
                  <a:lnTo>
                    <a:pt x="4215" y="334"/>
                  </a:lnTo>
                  <a:lnTo>
                    <a:pt x="2465" y="2072"/>
                  </a:lnTo>
                  <a:lnTo>
                    <a:pt x="1727" y="1322"/>
                  </a:lnTo>
                  <a:cubicBezTo>
                    <a:pt x="1697" y="1292"/>
                    <a:pt x="1656" y="1277"/>
                    <a:pt x="1614" y="1277"/>
                  </a:cubicBezTo>
                  <a:cubicBezTo>
                    <a:pt x="1572" y="1277"/>
                    <a:pt x="1531" y="1292"/>
                    <a:pt x="1501" y="1322"/>
                  </a:cubicBezTo>
                  <a:lnTo>
                    <a:pt x="60" y="2774"/>
                  </a:lnTo>
                  <a:cubicBezTo>
                    <a:pt x="1" y="2834"/>
                    <a:pt x="1" y="2929"/>
                    <a:pt x="60" y="2989"/>
                  </a:cubicBezTo>
                  <a:cubicBezTo>
                    <a:pt x="84" y="3024"/>
                    <a:pt x="132" y="3036"/>
                    <a:pt x="179" y="3036"/>
                  </a:cubicBezTo>
                  <a:cubicBezTo>
                    <a:pt x="227" y="3036"/>
                    <a:pt x="251" y="3024"/>
                    <a:pt x="298" y="2989"/>
                  </a:cubicBezTo>
                  <a:lnTo>
                    <a:pt x="1632" y="1655"/>
                  </a:lnTo>
                  <a:lnTo>
                    <a:pt x="2382" y="2393"/>
                  </a:lnTo>
                  <a:cubicBezTo>
                    <a:pt x="2412" y="2423"/>
                    <a:pt x="2453" y="2438"/>
                    <a:pt x="2495" y="2438"/>
                  </a:cubicBezTo>
                  <a:cubicBezTo>
                    <a:pt x="2537" y="2438"/>
                    <a:pt x="2578" y="2423"/>
                    <a:pt x="2608" y="2393"/>
                  </a:cubicBezTo>
                  <a:lnTo>
                    <a:pt x="4465" y="536"/>
                  </a:lnTo>
                  <a:lnTo>
                    <a:pt x="4465" y="1000"/>
                  </a:lnTo>
                  <a:cubicBezTo>
                    <a:pt x="4465" y="1084"/>
                    <a:pt x="4537" y="1167"/>
                    <a:pt x="4632" y="1167"/>
                  </a:cubicBezTo>
                  <a:cubicBezTo>
                    <a:pt x="4715" y="1167"/>
                    <a:pt x="4787" y="1084"/>
                    <a:pt x="4787" y="1000"/>
                  </a:cubicBezTo>
                  <a:lnTo>
                    <a:pt x="4787" y="155"/>
                  </a:lnTo>
                  <a:cubicBezTo>
                    <a:pt x="4751" y="72"/>
                    <a:pt x="4692" y="0"/>
                    <a:pt x="4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2032;p20">
            <a:extLst>
              <a:ext uri="{FF2B5EF4-FFF2-40B4-BE49-F238E27FC236}">
                <a16:creationId xmlns:a16="http://schemas.microsoft.com/office/drawing/2014/main" id="{186CEAD9-CF04-4AD5-8B4E-0DA6197F6972}"/>
              </a:ext>
            </a:extLst>
          </p:cNvPr>
          <p:cNvGrpSpPr/>
          <p:nvPr/>
        </p:nvGrpSpPr>
        <p:grpSpPr>
          <a:xfrm>
            <a:off x="915104" y="1787298"/>
            <a:ext cx="416649" cy="325597"/>
            <a:chOff x="5626763" y="2013829"/>
            <a:chExt cx="351722" cy="274788"/>
          </a:xfrm>
          <a:solidFill>
            <a:schemeClr val="bg1"/>
          </a:solidFill>
        </p:grpSpPr>
        <p:sp>
          <p:nvSpPr>
            <p:cNvPr id="120" name="Google Shape;12033;p20">
              <a:extLst>
                <a:ext uri="{FF2B5EF4-FFF2-40B4-BE49-F238E27FC236}">
                  <a16:creationId xmlns:a16="http://schemas.microsoft.com/office/drawing/2014/main" id="{326B9524-8EE3-4A6F-881E-D895F920EC45}"/>
                </a:ext>
              </a:extLst>
            </p:cNvPr>
            <p:cNvSpPr/>
            <p:nvPr/>
          </p:nvSpPr>
          <p:spPr>
            <a:xfrm>
              <a:off x="5626763" y="2013829"/>
              <a:ext cx="351722" cy="274788"/>
            </a:xfrm>
            <a:custGeom>
              <a:avLst/>
              <a:gdLst/>
              <a:ahLst/>
              <a:cxnLst/>
              <a:rect l="l" t="t" r="r" b="b"/>
              <a:pathLst>
                <a:path w="11050" h="8633" extrusionOk="0">
                  <a:moveTo>
                    <a:pt x="10657" y="345"/>
                  </a:moveTo>
                  <a:lnTo>
                    <a:pt x="10681" y="714"/>
                  </a:lnTo>
                  <a:lnTo>
                    <a:pt x="9395" y="714"/>
                  </a:lnTo>
                  <a:cubicBezTo>
                    <a:pt x="9312" y="714"/>
                    <a:pt x="9216" y="786"/>
                    <a:pt x="9216" y="893"/>
                  </a:cubicBezTo>
                  <a:cubicBezTo>
                    <a:pt x="9216" y="1000"/>
                    <a:pt x="9288" y="1072"/>
                    <a:pt x="9395" y="1072"/>
                  </a:cubicBezTo>
                  <a:lnTo>
                    <a:pt x="10383" y="1072"/>
                  </a:lnTo>
                  <a:lnTo>
                    <a:pt x="10383" y="6191"/>
                  </a:lnTo>
                  <a:lnTo>
                    <a:pt x="4466" y="6191"/>
                  </a:lnTo>
                  <a:lnTo>
                    <a:pt x="4466" y="6025"/>
                  </a:lnTo>
                  <a:cubicBezTo>
                    <a:pt x="4466" y="5929"/>
                    <a:pt x="4394" y="5846"/>
                    <a:pt x="4287" y="5846"/>
                  </a:cubicBezTo>
                  <a:lnTo>
                    <a:pt x="4001" y="5846"/>
                  </a:lnTo>
                  <a:cubicBezTo>
                    <a:pt x="3978" y="5739"/>
                    <a:pt x="3930" y="5644"/>
                    <a:pt x="3871" y="5536"/>
                  </a:cubicBezTo>
                  <a:lnTo>
                    <a:pt x="4085" y="5322"/>
                  </a:lnTo>
                  <a:cubicBezTo>
                    <a:pt x="4156" y="5251"/>
                    <a:pt x="4156" y="5144"/>
                    <a:pt x="4085" y="5072"/>
                  </a:cubicBezTo>
                  <a:lnTo>
                    <a:pt x="3549" y="4536"/>
                  </a:lnTo>
                  <a:cubicBezTo>
                    <a:pt x="3513" y="4512"/>
                    <a:pt x="3478" y="4489"/>
                    <a:pt x="3430" y="4489"/>
                  </a:cubicBezTo>
                  <a:cubicBezTo>
                    <a:pt x="3382" y="4489"/>
                    <a:pt x="3335" y="4512"/>
                    <a:pt x="3311" y="4536"/>
                  </a:cubicBezTo>
                  <a:lnTo>
                    <a:pt x="3097" y="4739"/>
                  </a:lnTo>
                  <a:cubicBezTo>
                    <a:pt x="2989" y="4679"/>
                    <a:pt x="2894" y="4643"/>
                    <a:pt x="2787" y="4608"/>
                  </a:cubicBezTo>
                  <a:lnTo>
                    <a:pt x="2787" y="4334"/>
                  </a:lnTo>
                  <a:cubicBezTo>
                    <a:pt x="2787" y="4239"/>
                    <a:pt x="2716" y="4155"/>
                    <a:pt x="2608" y="4155"/>
                  </a:cubicBezTo>
                  <a:lnTo>
                    <a:pt x="2180" y="4155"/>
                  </a:lnTo>
                  <a:lnTo>
                    <a:pt x="2180" y="1060"/>
                  </a:lnTo>
                  <a:lnTo>
                    <a:pt x="8788" y="1060"/>
                  </a:lnTo>
                  <a:cubicBezTo>
                    <a:pt x="8871" y="1060"/>
                    <a:pt x="8966" y="976"/>
                    <a:pt x="8966" y="881"/>
                  </a:cubicBezTo>
                  <a:cubicBezTo>
                    <a:pt x="8966" y="786"/>
                    <a:pt x="8895" y="702"/>
                    <a:pt x="8788" y="702"/>
                  </a:cubicBezTo>
                  <a:lnTo>
                    <a:pt x="1894" y="702"/>
                  </a:lnTo>
                  <a:lnTo>
                    <a:pt x="1894" y="345"/>
                  </a:lnTo>
                  <a:close/>
                  <a:moveTo>
                    <a:pt x="10681" y="6537"/>
                  </a:moveTo>
                  <a:lnTo>
                    <a:pt x="10681" y="6870"/>
                  </a:lnTo>
                  <a:lnTo>
                    <a:pt x="4430" y="6870"/>
                  </a:lnTo>
                  <a:cubicBezTo>
                    <a:pt x="4454" y="6846"/>
                    <a:pt x="4466" y="6798"/>
                    <a:pt x="4466" y="6751"/>
                  </a:cubicBezTo>
                  <a:lnTo>
                    <a:pt x="4466" y="6560"/>
                  </a:lnTo>
                  <a:lnTo>
                    <a:pt x="10562" y="6560"/>
                  </a:lnTo>
                  <a:cubicBezTo>
                    <a:pt x="10598" y="6560"/>
                    <a:pt x="10633" y="6548"/>
                    <a:pt x="10657" y="6537"/>
                  </a:cubicBezTo>
                  <a:close/>
                  <a:moveTo>
                    <a:pt x="2477" y="4524"/>
                  </a:moveTo>
                  <a:lnTo>
                    <a:pt x="2477" y="4763"/>
                  </a:lnTo>
                  <a:cubicBezTo>
                    <a:pt x="2477" y="4834"/>
                    <a:pt x="2537" y="4905"/>
                    <a:pt x="2608" y="4929"/>
                  </a:cubicBezTo>
                  <a:cubicBezTo>
                    <a:pt x="2775" y="4965"/>
                    <a:pt x="2942" y="5024"/>
                    <a:pt x="3073" y="5120"/>
                  </a:cubicBezTo>
                  <a:cubicBezTo>
                    <a:pt x="3099" y="5137"/>
                    <a:pt x="3128" y="5145"/>
                    <a:pt x="3157" y="5145"/>
                  </a:cubicBezTo>
                  <a:cubicBezTo>
                    <a:pt x="3206" y="5145"/>
                    <a:pt x="3253" y="5122"/>
                    <a:pt x="3275" y="5084"/>
                  </a:cubicBezTo>
                  <a:lnTo>
                    <a:pt x="3454" y="4905"/>
                  </a:lnTo>
                  <a:lnTo>
                    <a:pt x="3740" y="5191"/>
                  </a:lnTo>
                  <a:lnTo>
                    <a:pt x="3561" y="5370"/>
                  </a:lnTo>
                  <a:cubicBezTo>
                    <a:pt x="3501" y="5429"/>
                    <a:pt x="3490" y="5525"/>
                    <a:pt x="3537" y="5584"/>
                  </a:cubicBezTo>
                  <a:cubicBezTo>
                    <a:pt x="3620" y="5727"/>
                    <a:pt x="3680" y="5882"/>
                    <a:pt x="3728" y="6036"/>
                  </a:cubicBezTo>
                  <a:cubicBezTo>
                    <a:pt x="3740" y="6120"/>
                    <a:pt x="3811" y="6179"/>
                    <a:pt x="3894" y="6179"/>
                  </a:cubicBezTo>
                  <a:lnTo>
                    <a:pt x="4132" y="6179"/>
                  </a:lnTo>
                  <a:lnTo>
                    <a:pt x="4132" y="6572"/>
                  </a:lnTo>
                  <a:lnTo>
                    <a:pt x="3894" y="6572"/>
                  </a:lnTo>
                  <a:cubicBezTo>
                    <a:pt x="3811" y="6572"/>
                    <a:pt x="3740" y="6632"/>
                    <a:pt x="3728" y="6715"/>
                  </a:cubicBezTo>
                  <a:cubicBezTo>
                    <a:pt x="3680" y="6870"/>
                    <a:pt x="3620" y="7037"/>
                    <a:pt x="3537" y="7168"/>
                  </a:cubicBezTo>
                  <a:cubicBezTo>
                    <a:pt x="3490" y="7251"/>
                    <a:pt x="3501" y="7334"/>
                    <a:pt x="3561" y="7382"/>
                  </a:cubicBezTo>
                  <a:lnTo>
                    <a:pt x="3740" y="7560"/>
                  </a:lnTo>
                  <a:lnTo>
                    <a:pt x="3454" y="7834"/>
                  </a:lnTo>
                  <a:lnTo>
                    <a:pt x="3275" y="7656"/>
                  </a:lnTo>
                  <a:cubicBezTo>
                    <a:pt x="3238" y="7626"/>
                    <a:pt x="3193" y="7606"/>
                    <a:pt x="3149" y="7606"/>
                  </a:cubicBezTo>
                  <a:cubicBezTo>
                    <a:pt x="3122" y="7606"/>
                    <a:pt x="3096" y="7614"/>
                    <a:pt x="3073" y="7632"/>
                  </a:cubicBezTo>
                  <a:cubicBezTo>
                    <a:pt x="2918" y="7727"/>
                    <a:pt x="2775" y="7787"/>
                    <a:pt x="2608" y="7822"/>
                  </a:cubicBezTo>
                  <a:cubicBezTo>
                    <a:pt x="2537" y="7846"/>
                    <a:pt x="2477" y="7918"/>
                    <a:pt x="2477" y="7989"/>
                  </a:cubicBezTo>
                  <a:lnTo>
                    <a:pt x="2477" y="8227"/>
                  </a:lnTo>
                  <a:lnTo>
                    <a:pt x="2073" y="8227"/>
                  </a:lnTo>
                  <a:lnTo>
                    <a:pt x="2073" y="7989"/>
                  </a:lnTo>
                  <a:cubicBezTo>
                    <a:pt x="2073" y="7918"/>
                    <a:pt x="2013" y="7846"/>
                    <a:pt x="1942" y="7822"/>
                  </a:cubicBezTo>
                  <a:cubicBezTo>
                    <a:pt x="1775" y="7787"/>
                    <a:pt x="1608" y="7727"/>
                    <a:pt x="1477" y="7632"/>
                  </a:cubicBezTo>
                  <a:cubicBezTo>
                    <a:pt x="1450" y="7614"/>
                    <a:pt x="1419" y="7606"/>
                    <a:pt x="1390" y="7606"/>
                  </a:cubicBezTo>
                  <a:cubicBezTo>
                    <a:pt x="1342" y="7606"/>
                    <a:pt x="1297" y="7626"/>
                    <a:pt x="1275" y="7656"/>
                  </a:cubicBezTo>
                  <a:lnTo>
                    <a:pt x="1096" y="7834"/>
                  </a:lnTo>
                  <a:lnTo>
                    <a:pt x="811" y="7560"/>
                  </a:lnTo>
                  <a:lnTo>
                    <a:pt x="989" y="7382"/>
                  </a:lnTo>
                  <a:cubicBezTo>
                    <a:pt x="1049" y="7322"/>
                    <a:pt x="1061" y="7227"/>
                    <a:pt x="1013" y="7168"/>
                  </a:cubicBezTo>
                  <a:cubicBezTo>
                    <a:pt x="930" y="7025"/>
                    <a:pt x="870" y="6870"/>
                    <a:pt x="823" y="6715"/>
                  </a:cubicBezTo>
                  <a:cubicBezTo>
                    <a:pt x="811" y="6632"/>
                    <a:pt x="739" y="6572"/>
                    <a:pt x="656" y="6572"/>
                  </a:cubicBezTo>
                  <a:lnTo>
                    <a:pt x="418" y="6572"/>
                  </a:lnTo>
                  <a:lnTo>
                    <a:pt x="418" y="6179"/>
                  </a:lnTo>
                  <a:lnTo>
                    <a:pt x="656" y="6179"/>
                  </a:lnTo>
                  <a:cubicBezTo>
                    <a:pt x="739" y="6179"/>
                    <a:pt x="811" y="6120"/>
                    <a:pt x="823" y="6036"/>
                  </a:cubicBezTo>
                  <a:cubicBezTo>
                    <a:pt x="870" y="5882"/>
                    <a:pt x="930" y="5715"/>
                    <a:pt x="1013" y="5584"/>
                  </a:cubicBezTo>
                  <a:cubicBezTo>
                    <a:pt x="1061" y="5501"/>
                    <a:pt x="1049" y="5417"/>
                    <a:pt x="989" y="5370"/>
                  </a:cubicBezTo>
                  <a:lnTo>
                    <a:pt x="811" y="5191"/>
                  </a:lnTo>
                  <a:lnTo>
                    <a:pt x="1096" y="4905"/>
                  </a:lnTo>
                  <a:lnTo>
                    <a:pt x="1275" y="5084"/>
                  </a:lnTo>
                  <a:cubicBezTo>
                    <a:pt x="1313" y="5122"/>
                    <a:pt x="1360" y="5145"/>
                    <a:pt x="1405" y="5145"/>
                  </a:cubicBezTo>
                  <a:cubicBezTo>
                    <a:pt x="1430" y="5145"/>
                    <a:pt x="1456" y="5137"/>
                    <a:pt x="1477" y="5120"/>
                  </a:cubicBezTo>
                  <a:cubicBezTo>
                    <a:pt x="1632" y="5024"/>
                    <a:pt x="1775" y="4965"/>
                    <a:pt x="1942" y="4929"/>
                  </a:cubicBezTo>
                  <a:cubicBezTo>
                    <a:pt x="2013" y="4905"/>
                    <a:pt x="2073" y="4834"/>
                    <a:pt x="2073" y="4763"/>
                  </a:cubicBezTo>
                  <a:lnTo>
                    <a:pt x="2073" y="4524"/>
                  </a:lnTo>
                  <a:close/>
                  <a:moveTo>
                    <a:pt x="1715" y="0"/>
                  </a:moveTo>
                  <a:cubicBezTo>
                    <a:pt x="1632" y="0"/>
                    <a:pt x="1537" y="71"/>
                    <a:pt x="1537" y="179"/>
                  </a:cubicBezTo>
                  <a:lnTo>
                    <a:pt x="1537" y="881"/>
                  </a:lnTo>
                  <a:cubicBezTo>
                    <a:pt x="1537" y="964"/>
                    <a:pt x="1608" y="1060"/>
                    <a:pt x="1715" y="1060"/>
                  </a:cubicBezTo>
                  <a:lnTo>
                    <a:pt x="1835" y="1060"/>
                  </a:lnTo>
                  <a:lnTo>
                    <a:pt x="1835" y="4155"/>
                  </a:lnTo>
                  <a:cubicBezTo>
                    <a:pt x="1751" y="4167"/>
                    <a:pt x="1692" y="4239"/>
                    <a:pt x="1692" y="4310"/>
                  </a:cubicBezTo>
                  <a:lnTo>
                    <a:pt x="1692" y="4596"/>
                  </a:lnTo>
                  <a:cubicBezTo>
                    <a:pt x="1585" y="4632"/>
                    <a:pt x="1477" y="4667"/>
                    <a:pt x="1370" y="4727"/>
                  </a:cubicBezTo>
                  <a:lnTo>
                    <a:pt x="1168" y="4524"/>
                  </a:lnTo>
                  <a:cubicBezTo>
                    <a:pt x="1132" y="4489"/>
                    <a:pt x="1096" y="4477"/>
                    <a:pt x="1049" y="4477"/>
                  </a:cubicBezTo>
                  <a:cubicBezTo>
                    <a:pt x="1001" y="4477"/>
                    <a:pt x="953" y="4489"/>
                    <a:pt x="930" y="4524"/>
                  </a:cubicBezTo>
                  <a:lnTo>
                    <a:pt x="394" y="5060"/>
                  </a:lnTo>
                  <a:cubicBezTo>
                    <a:pt x="322" y="5132"/>
                    <a:pt x="322" y="5239"/>
                    <a:pt x="394" y="5310"/>
                  </a:cubicBezTo>
                  <a:lnTo>
                    <a:pt x="596" y="5525"/>
                  </a:lnTo>
                  <a:cubicBezTo>
                    <a:pt x="537" y="5620"/>
                    <a:pt x="501" y="5727"/>
                    <a:pt x="465" y="5834"/>
                  </a:cubicBezTo>
                  <a:lnTo>
                    <a:pt x="180" y="5834"/>
                  </a:lnTo>
                  <a:cubicBezTo>
                    <a:pt x="96" y="5834"/>
                    <a:pt x="1" y="5906"/>
                    <a:pt x="1" y="6013"/>
                  </a:cubicBezTo>
                  <a:lnTo>
                    <a:pt x="1" y="6751"/>
                  </a:lnTo>
                  <a:cubicBezTo>
                    <a:pt x="1" y="6846"/>
                    <a:pt x="84" y="6929"/>
                    <a:pt x="180" y="6929"/>
                  </a:cubicBezTo>
                  <a:lnTo>
                    <a:pt x="465" y="6929"/>
                  </a:lnTo>
                  <a:cubicBezTo>
                    <a:pt x="501" y="7037"/>
                    <a:pt x="537" y="7144"/>
                    <a:pt x="596" y="7251"/>
                  </a:cubicBezTo>
                  <a:lnTo>
                    <a:pt x="394" y="7453"/>
                  </a:lnTo>
                  <a:cubicBezTo>
                    <a:pt x="322" y="7525"/>
                    <a:pt x="322" y="7632"/>
                    <a:pt x="394" y="7703"/>
                  </a:cubicBezTo>
                  <a:lnTo>
                    <a:pt x="930" y="8239"/>
                  </a:lnTo>
                  <a:cubicBezTo>
                    <a:pt x="965" y="8281"/>
                    <a:pt x="1010" y="8302"/>
                    <a:pt x="1055" y="8302"/>
                  </a:cubicBezTo>
                  <a:cubicBezTo>
                    <a:pt x="1099" y="8302"/>
                    <a:pt x="1144" y="8281"/>
                    <a:pt x="1180" y="8239"/>
                  </a:cubicBezTo>
                  <a:lnTo>
                    <a:pt x="1394" y="8037"/>
                  </a:lnTo>
                  <a:cubicBezTo>
                    <a:pt x="1489" y="8096"/>
                    <a:pt x="1596" y="8144"/>
                    <a:pt x="1704" y="8168"/>
                  </a:cubicBezTo>
                  <a:lnTo>
                    <a:pt x="1704" y="8453"/>
                  </a:lnTo>
                  <a:cubicBezTo>
                    <a:pt x="1704" y="8537"/>
                    <a:pt x="1775" y="8632"/>
                    <a:pt x="1882" y="8632"/>
                  </a:cubicBezTo>
                  <a:lnTo>
                    <a:pt x="2620" y="8632"/>
                  </a:lnTo>
                  <a:cubicBezTo>
                    <a:pt x="2716" y="8632"/>
                    <a:pt x="2799" y="8549"/>
                    <a:pt x="2799" y="8453"/>
                  </a:cubicBezTo>
                  <a:lnTo>
                    <a:pt x="2799" y="8168"/>
                  </a:lnTo>
                  <a:cubicBezTo>
                    <a:pt x="2906" y="8144"/>
                    <a:pt x="3013" y="8096"/>
                    <a:pt x="3120" y="8037"/>
                  </a:cubicBezTo>
                  <a:lnTo>
                    <a:pt x="3323" y="8239"/>
                  </a:lnTo>
                  <a:cubicBezTo>
                    <a:pt x="3359" y="8281"/>
                    <a:pt x="3403" y="8302"/>
                    <a:pt x="3448" y="8302"/>
                  </a:cubicBezTo>
                  <a:cubicBezTo>
                    <a:pt x="3492" y="8302"/>
                    <a:pt x="3537" y="8281"/>
                    <a:pt x="3573" y="8239"/>
                  </a:cubicBezTo>
                  <a:lnTo>
                    <a:pt x="4109" y="7703"/>
                  </a:lnTo>
                  <a:cubicBezTo>
                    <a:pt x="4192" y="7632"/>
                    <a:pt x="4192" y="7525"/>
                    <a:pt x="4109" y="7453"/>
                  </a:cubicBezTo>
                  <a:lnTo>
                    <a:pt x="3906" y="7251"/>
                  </a:lnTo>
                  <a:cubicBezTo>
                    <a:pt x="3906" y="7227"/>
                    <a:pt x="3918" y="7227"/>
                    <a:pt x="3918" y="7215"/>
                  </a:cubicBezTo>
                  <a:lnTo>
                    <a:pt x="10871" y="7215"/>
                  </a:lnTo>
                  <a:cubicBezTo>
                    <a:pt x="10955" y="7215"/>
                    <a:pt x="11050" y="7144"/>
                    <a:pt x="11050" y="7037"/>
                  </a:cubicBezTo>
                  <a:lnTo>
                    <a:pt x="11050" y="6358"/>
                  </a:lnTo>
                  <a:cubicBezTo>
                    <a:pt x="11050" y="6263"/>
                    <a:pt x="10979" y="6179"/>
                    <a:pt x="10871" y="6179"/>
                  </a:cubicBezTo>
                  <a:lnTo>
                    <a:pt x="10752" y="6179"/>
                  </a:lnTo>
                  <a:lnTo>
                    <a:pt x="10752" y="1060"/>
                  </a:lnTo>
                  <a:lnTo>
                    <a:pt x="10836" y="1060"/>
                  </a:lnTo>
                  <a:cubicBezTo>
                    <a:pt x="10931" y="1060"/>
                    <a:pt x="11014" y="976"/>
                    <a:pt x="11014" y="881"/>
                  </a:cubicBezTo>
                  <a:lnTo>
                    <a:pt x="11014" y="179"/>
                  </a:lnTo>
                  <a:cubicBezTo>
                    <a:pt x="11014" y="83"/>
                    <a:pt x="10943" y="0"/>
                    <a:pt x="10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034;p20">
              <a:extLst>
                <a:ext uri="{FF2B5EF4-FFF2-40B4-BE49-F238E27FC236}">
                  <a16:creationId xmlns:a16="http://schemas.microsoft.com/office/drawing/2014/main" id="{53116844-B8A8-4227-8F51-C978EEFEC759}"/>
                </a:ext>
              </a:extLst>
            </p:cNvPr>
            <p:cNvSpPr/>
            <p:nvPr/>
          </p:nvSpPr>
          <p:spPr>
            <a:xfrm>
              <a:off x="5784799" y="2125234"/>
              <a:ext cx="33390" cy="70503"/>
            </a:xfrm>
            <a:custGeom>
              <a:avLst/>
              <a:gdLst/>
              <a:ahLst/>
              <a:cxnLst/>
              <a:rect l="l" t="t" r="r" b="b"/>
              <a:pathLst>
                <a:path w="1049" h="2215" extrusionOk="0">
                  <a:moveTo>
                    <a:pt x="691" y="334"/>
                  </a:moveTo>
                  <a:lnTo>
                    <a:pt x="691" y="1858"/>
                  </a:lnTo>
                  <a:lnTo>
                    <a:pt x="334" y="1858"/>
                  </a:lnTo>
                  <a:lnTo>
                    <a:pt x="334" y="334"/>
                  </a:lnTo>
                  <a:close/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lnTo>
                    <a:pt x="1" y="2036"/>
                  </a:lnTo>
                  <a:cubicBezTo>
                    <a:pt x="1" y="2120"/>
                    <a:pt x="72" y="2215"/>
                    <a:pt x="179" y="2215"/>
                  </a:cubicBezTo>
                  <a:lnTo>
                    <a:pt x="870" y="2215"/>
                  </a:lnTo>
                  <a:cubicBezTo>
                    <a:pt x="965" y="2215"/>
                    <a:pt x="1049" y="2144"/>
                    <a:pt x="1049" y="2036"/>
                  </a:cubicBezTo>
                  <a:lnTo>
                    <a:pt x="1049" y="179"/>
                  </a:lnTo>
                  <a:cubicBezTo>
                    <a:pt x="1049" y="72"/>
                    <a:pt x="965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12035;p20">
              <a:extLst>
                <a:ext uri="{FF2B5EF4-FFF2-40B4-BE49-F238E27FC236}">
                  <a16:creationId xmlns:a16="http://schemas.microsoft.com/office/drawing/2014/main" id="{D35B716B-8798-4669-B61C-FF7878D04C80}"/>
                </a:ext>
              </a:extLst>
            </p:cNvPr>
            <p:cNvSpPr/>
            <p:nvPr/>
          </p:nvSpPr>
          <p:spPr>
            <a:xfrm>
              <a:off x="5824236" y="2097956"/>
              <a:ext cx="33740" cy="97782"/>
            </a:xfrm>
            <a:custGeom>
              <a:avLst/>
              <a:gdLst/>
              <a:ahLst/>
              <a:cxnLst/>
              <a:rect l="l" t="t" r="r" b="b"/>
              <a:pathLst>
                <a:path w="1060" h="3072" extrusionOk="0">
                  <a:moveTo>
                    <a:pt x="703" y="345"/>
                  </a:moveTo>
                  <a:lnTo>
                    <a:pt x="703" y="2715"/>
                  </a:lnTo>
                  <a:lnTo>
                    <a:pt x="345" y="2715"/>
                  </a:lnTo>
                  <a:lnTo>
                    <a:pt x="345" y="345"/>
                  </a:lnTo>
                  <a:close/>
                  <a:moveTo>
                    <a:pt x="179" y="0"/>
                  </a:moveTo>
                  <a:cubicBezTo>
                    <a:pt x="95" y="0"/>
                    <a:pt x="0" y="84"/>
                    <a:pt x="0" y="179"/>
                  </a:cubicBezTo>
                  <a:lnTo>
                    <a:pt x="0" y="2893"/>
                  </a:lnTo>
                  <a:cubicBezTo>
                    <a:pt x="0" y="2977"/>
                    <a:pt x="83" y="3072"/>
                    <a:pt x="179" y="3072"/>
                  </a:cubicBezTo>
                  <a:lnTo>
                    <a:pt x="881" y="3072"/>
                  </a:lnTo>
                  <a:cubicBezTo>
                    <a:pt x="976" y="3072"/>
                    <a:pt x="1060" y="3001"/>
                    <a:pt x="1060" y="2893"/>
                  </a:cubicBezTo>
                  <a:lnTo>
                    <a:pt x="1060" y="179"/>
                  </a:lnTo>
                  <a:cubicBezTo>
                    <a:pt x="1048" y="84"/>
                    <a:pt x="976" y="0"/>
                    <a:pt x="8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" name="Google Shape;12036;p20">
              <a:extLst>
                <a:ext uri="{FF2B5EF4-FFF2-40B4-BE49-F238E27FC236}">
                  <a16:creationId xmlns:a16="http://schemas.microsoft.com/office/drawing/2014/main" id="{E81E5306-6C81-4F87-A260-247BC32469C9}"/>
                </a:ext>
              </a:extLst>
            </p:cNvPr>
            <p:cNvSpPr/>
            <p:nvPr/>
          </p:nvSpPr>
          <p:spPr>
            <a:xfrm>
              <a:off x="5864024" y="2111961"/>
              <a:ext cx="33740" cy="83426"/>
            </a:xfrm>
            <a:custGeom>
              <a:avLst/>
              <a:gdLst/>
              <a:ahLst/>
              <a:cxnLst/>
              <a:rect l="l" t="t" r="r" b="b"/>
              <a:pathLst>
                <a:path w="1060" h="2621" extrusionOk="0">
                  <a:moveTo>
                    <a:pt x="703" y="358"/>
                  </a:moveTo>
                  <a:lnTo>
                    <a:pt x="703" y="2275"/>
                  </a:lnTo>
                  <a:lnTo>
                    <a:pt x="346" y="2275"/>
                  </a:lnTo>
                  <a:lnTo>
                    <a:pt x="346" y="358"/>
                  </a:lnTo>
                  <a:close/>
                  <a:moveTo>
                    <a:pt x="191" y="1"/>
                  </a:moveTo>
                  <a:cubicBezTo>
                    <a:pt x="96" y="1"/>
                    <a:pt x="0" y="72"/>
                    <a:pt x="0" y="179"/>
                  </a:cubicBezTo>
                  <a:lnTo>
                    <a:pt x="0" y="2442"/>
                  </a:lnTo>
                  <a:cubicBezTo>
                    <a:pt x="0" y="2525"/>
                    <a:pt x="84" y="2620"/>
                    <a:pt x="191" y="2620"/>
                  </a:cubicBezTo>
                  <a:lnTo>
                    <a:pt x="881" y="2620"/>
                  </a:lnTo>
                  <a:cubicBezTo>
                    <a:pt x="977" y="2620"/>
                    <a:pt x="1060" y="2537"/>
                    <a:pt x="1060" y="2442"/>
                  </a:cubicBezTo>
                  <a:lnTo>
                    <a:pt x="1060" y="179"/>
                  </a:lnTo>
                  <a:cubicBezTo>
                    <a:pt x="1048" y="84"/>
                    <a:pt x="977" y="1"/>
                    <a:pt x="8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12037;p20">
              <a:extLst>
                <a:ext uri="{FF2B5EF4-FFF2-40B4-BE49-F238E27FC236}">
                  <a16:creationId xmlns:a16="http://schemas.microsoft.com/office/drawing/2014/main" id="{2DA9D1B4-573A-4FB1-B179-74250D5E79E8}"/>
                </a:ext>
              </a:extLst>
            </p:cNvPr>
            <p:cNvSpPr/>
            <p:nvPr/>
          </p:nvSpPr>
          <p:spPr>
            <a:xfrm>
              <a:off x="5904193" y="2065744"/>
              <a:ext cx="33390" cy="129644"/>
            </a:xfrm>
            <a:custGeom>
              <a:avLst/>
              <a:gdLst/>
              <a:ahLst/>
              <a:cxnLst/>
              <a:rect l="l" t="t" r="r" b="b"/>
              <a:pathLst>
                <a:path w="1049" h="4073" extrusionOk="0">
                  <a:moveTo>
                    <a:pt x="691" y="357"/>
                  </a:moveTo>
                  <a:lnTo>
                    <a:pt x="691" y="3727"/>
                  </a:lnTo>
                  <a:lnTo>
                    <a:pt x="334" y="3727"/>
                  </a:lnTo>
                  <a:lnTo>
                    <a:pt x="334" y="357"/>
                  </a:lnTo>
                  <a:close/>
                  <a:moveTo>
                    <a:pt x="179" y="0"/>
                  </a:moveTo>
                  <a:cubicBezTo>
                    <a:pt x="72" y="24"/>
                    <a:pt x="0" y="95"/>
                    <a:pt x="0" y="179"/>
                  </a:cubicBezTo>
                  <a:lnTo>
                    <a:pt x="0" y="3894"/>
                  </a:lnTo>
                  <a:cubicBezTo>
                    <a:pt x="0" y="3977"/>
                    <a:pt x="72" y="4072"/>
                    <a:pt x="179" y="4072"/>
                  </a:cubicBezTo>
                  <a:lnTo>
                    <a:pt x="870" y="4072"/>
                  </a:lnTo>
                  <a:cubicBezTo>
                    <a:pt x="965" y="4072"/>
                    <a:pt x="1048" y="3989"/>
                    <a:pt x="1048" y="3894"/>
                  </a:cubicBezTo>
                  <a:lnTo>
                    <a:pt x="1048" y="179"/>
                  </a:lnTo>
                  <a:cubicBezTo>
                    <a:pt x="1048" y="95"/>
                    <a:pt x="977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12038;p20">
              <a:extLst>
                <a:ext uri="{FF2B5EF4-FFF2-40B4-BE49-F238E27FC236}">
                  <a16:creationId xmlns:a16="http://schemas.microsoft.com/office/drawing/2014/main" id="{BA745D61-42B9-49D0-ADEF-AD8B39E3A5E9}"/>
                </a:ext>
              </a:extLst>
            </p:cNvPr>
            <p:cNvSpPr/>
            <p:nvPr/>
          </p:nvSpPr>
          <p:spPr>
            <a:xfrm>
              <a:off x="5713563" y="2080131"/>
              <a:ext cx="40965" cy="11395"/>
            </a:xfrm>
            <a:custGeom>
              <a:avLst/>
              <a:gdLst/>
              <a:ahLst/>
              <a:cxnLst/>
              <a:rect l="l" t="t" r="r" b="b"/>
              <a:pathLst>
                <a:path w="1287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2" y="263"/>
                    <a:pt x="96" y="358"/>
                    <a:pt x="179" y="358"/>
                  </a:cubicBezTo>
                  <a:lnTo>
                    <a:pt x="1108" y="358"/>
                  </a:lnTo>
                  <a:cubicBezTo>
                    <a:pt x="1191" y="358"/>
                    <a:pt x="1286" y="286"/>
                    <a:pt x="1286" y="179"/>
                  </a:cubicBezTo>
                  <a:cubicBezTo>
                    <a:pt x="1286" y="72"/>
                    <a:pt x="1203" y="1"/>
                    <a:pt x="1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12039;p20">
              <a:extLst>
                <a:ext uri="{FF2B5EF4-FFF2-40B4-BE49-F238E27FC236}">
                  <a16:creationId xmlns:a16="http://schemas.microsoft.com/office/drawing/2014/main" id="{6585C523-D4AC-4378-B34E-33770B8D2315}"/>
                </a:ext>
              </a:extLst>
            </p:cNvPr>
            <p:cNvSpPr/>
            <p:nvPr/>
          </p:nvSpPr>
          <p:spPr>
            <a:xfrm>
              <a:off x="5713945" y="2097574"/>
              <a:ext cx="56880" cy="11395"/>
            </a:xfrm>
            <a:custGeom>
              <a:avLst/>
              <a:gdLst/>
              <a:ahLst/>
              <a:cxnLst/>
              <a:rect l="l" t="t" r="r" b="b"/>
              <a:pathLst>
                <a:path w="1787" h="358" extrusionOk="0">
                  <a:moveTo>
                    <a:pt x="179" y="0"/>
                  </a:moveTo>
                  <a:cubicBezTo>
                    <a:pt x="96" y="0"/>
                    <a:pt x="0" y="72"/>
                    <a:pt x="0" y="179"/>
                  </a:cubicBezTo>
                  <a:cubicBezTo>
                    <a:pt x="0" y="274"/>
                    <a:pt x="84" y="357"/>
                    <a:pt x="179" y="357"/>
                  </a:cubicBezTo>
                  <a:lnTo>
                    <a:pt x="1608" y="357"/>
                  </a:lnTo>
                  <a:cubicBezTo>
                    <a:pt x="1703" y="357"/>
                    <a:pt x="1786" y="286"/>
                    <a:pt x="1786" y="179"/>
                  </a:cubicBezTo>
                  <a:cubicBezTo>
                    <a:pt x="1774" y="72"/>
                    <a:pt x="1703" y="0"/>
                    <a:pt x="16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" name="Google Shape;12040;p20">
              <a:extLst>
                <a:ext uri="{FF2B5EF4-FFF2-40B4-BE49-F238E27FC236}">
                  <a16:creationId xmlns:a16="http://schemas.microsoft.com/office/drawing/2014/main" id="{F286764A-8C51-4C6A-BF7F-E68267169125}"/>
                </a:ext>
              </a:extLst>
            </p:cNvPr>
            <p:cNvSpPr/>
            <p:nvPr/>
          </p:nvSpPr>
          <p:spPr>
            <a:xfrm>
              <a:off x="5713945" y="2114985"/>
              <a:ext cx="56880" cy="11427"/>
            </a:xfrm>
            <a:custGeom>
              <a:avLst/>
              <a:gdLst/>
              <a:ahLst/>
              <a:cxnLst/>
              <a:rect l="l" t="t" r="r" b="b"/>
              <a:pathLst>
                <a:path w="1787" h="359" extrusionOk="0">
                  <a:moveTo>
                    <a:pt x="179" y="1"/>
                  </a:moveTo>
                  <a:cubicBezTo>
                    <a:pt x="96" y="1"/>
                    <a:pt x="0" y="84"/>
                    <a:pt x="0" y="180"/>
                  </a:cubicBezTo>
                  <a:cubicBezTo>
                    <a:pt x="0" y="275"/>
                    <a:pt x="84" y="358"/>
                    <a:pt x="179" y="358"/>
                  </a:cubicBezTo>
                  <a:lnTo>
                    <a:pt x="1608" y="358"/>
                  </a:lnTo>
                  <a:cubicBezTo>
                    <a:pt x="1703" y="358"/>
                    <a:pt x="1786" y="287"/>
                    <a:pt x="1786" y="180"/>
                  </a:cubicBezTo>
                  <a:cubicBezTo>
                    <a:pt x="1774" y="84"/>
                    <a:pt x="1703" y="1"/>
                    <a:pt x="1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12041;p20">
              <a:extLst>
                <a:ext uri="{FF2B5EF4-FFF2-40B4-BE49-F238E27FC236}">
                  <a16:creationId xmlns:a16="http://schemas.microsoft.com/office/drawing/2014/main" id="{1B63EEEB-9465-4320-8387-643AAB083DD0}"/>
                </a:ext>
              </a:extLst>
            </p:cNvPr>
            <p:cNvSpPr/>
            <p:nvPr/>
          </p:nvSpPr>
          <p:spPr>
            <a:xfrm>
              <a:off x="5713945" y="2132810"/>
              <a:ext cx="56880" cy="11013"/>
            </a:xfrm>
            <a:custGeom>
              <a:avLst/>
              <a:gdLst/>
              <a:ahLst/>
              <a:cxnLst/>
              <a:rect l="l" t="t" r="r" b="b"/>
              <a:pathLst>
                <a:path w="1787" h="346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46"/>
                    <a:pt x="179" y="346"/>
                  </a:cubicBezTo>
                  <a:lnTo>
                    <a:pt x="1608" y="346"/>
                  </a:lnTo>
                  <a:cubicBezTo>
                    <a:pt x="1703" y="346"/>
                    <a:pt x="1786" y="274"/>
                    <a:pt x="1786" y="179"/>
                  </a:cubicBezTo>
                  <a:cubicBezTo>
                    <a:pt x="1774" y="72"/>
                    <a:pt x="1703" y="1"/>
                    <a:pt x="1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" name="Google Shape;12042;p20">
              <a:extLst>
                <a:ext uri="{FF2B5EF4-FFF2-40B4-BE49-F238E27FC236}">
                  <a16:creationId xmlns:a16="http://schemas.microsoft.com/office/drawing/2014/main" id="{44CE44B7-2251-4EA4-8591-75BA1806D968}"/>
                </a:ext>
              </a:extLst>
            </p:cNvPr>
            <p:cNvSpPr/>
            <p:nvPr/>
          </p:nvSpPr>
          <p:spPr>
            <a:xfrm>
              <a:off x="5663526" y="2182464"/>
              <a:ext cx="69389" cy="68625"/>
            </a:xfrm>
            <a:custGeom>
              <a:avLst/>
              <a:gdLst/>
              <a:ahLst/>
              <a:cxnLst/>
              <a:rect l="l" t="t" r="r" b="b"/>
              <a:pathLst>
                <a:path w="2180" h="2156" extrusionOk="0">
                  <a:moveTo>
                    <a:pt x="1084" y="0"/>
                  </a:moveTo>
                  <a:cubicBezTo>
                    <a:pt x="489" y="0"/>
                    <a:pt x="1" y="488"/>
                    <a:pt x="1" y="1084"/>
                  </a:cubicBezTo>
                  <a:cubicBezTo>
                    <a:pt x="1" y="1322"/>
                    <a:pt x="72" y="1548"/>
                    <a:pt x="215" y="1739"/>
                  </a:cubicBezTo>
                  <a:cubicBezTo>
                    <a:pt x="250" y="1780"/>
                    <a:pt x="300" y="1806"/>
                    <a:pt x="351" y="1806"/>
                  </a:cubicBezTo>
                  <a:cubicBezTo>
                    <a:pt x="387" y="1806"/>
                    <a:pt x="423" y="1792"/>
                    <a:pt x="453" y="1762"/>
                  </a:cubicBezTo>
                  <a:cubicBezTo>
                    <a:pt x="537" y="1715"/>
                    <a:pt x="549" y="1608"/>
                    <a:pt x="489" y="1524"/>
                  </a:cubicBezTo>
                  <a:cubicBezTo>
                    <a:pt x="382" y="1393"/>
                    <a:pt x="334" y="1250"/>
                    <a:pt x="334" y="1084"/>
                  </a:cubicBezTo>
                  <a:cubicBezTo>
                    <a:pt x="334" y="679"/>
                    <a:pt x="668" y="334"/>
                    <a:pt x="1084" y="334"/>
                  </a:cubicBezTo>
                  <a:cubicBezTo>
                    <a:pt x="1489" y="334"/>
                    <a:pt x="1823" y="667"/>
                    <a:pt x="1823" y="1084"/>
                  </a:cubicBezTo>
                  <a:cubicBezTo>
                    <a:pt x="1823" y="1334"/>
                    <a:pt x="1703" y="1560"/>
                    <a:pt x="1501" y="1691"/>
                  </a:cubicBezTo>
                  <a:cubicBezTo>
                    <a:pt x="1489" y="1691"/>
                    <a:pt x="1489" y="1715"/>
                    <a:pt x="1465" y="1715"/>
                  </a:cubicBezTo>
                  <a:lnTo>
                    <a:pt x="1453" y="1715"/>
                  </a:lnTo>
                  <a:lnTo>
                    <a:pt x="1442" y="1727"/>
                  </a:lnTo>
                  <a:lnTo>
                    <a:pt x="1430" y="1727"/>
                  </a:lnTo>
                  <a:cubicBezTo>
                    <a:pt x="1406" y="1727"/>
                    <a:pt x="1406" y="1739"/>
                    <a:pt x="1394" y="1739"/>
                  </a:cubicBezTo>
                  <a:cubicBezTo>
                    <a:pt x="1382" y="1739"/>
                    <a:pt x="1382" y="1751"/>
                    <a:pt x="1370" y="1751"/>
                  </a:cubicBezTo>
                  <a:lnTo>
                    <a:pt x="1346" y="1751"/>
                  </a:lnTo>
                  <a:cubicBezTo>
                    <a:pt x="1346" y="1751"/>
                    <a:pt x="1334" y="1751"/>
                    <a:pt x="1334" y="1774"/>
                  </a:cubicBezTo>
                  <a:lnTo>
                    <a:pt x="1322" y="1774"/>
                  </a:lnTo>
                  <a:cubicBezTo>
                    <a:pt x="1311" y="1774"/>
                    <a:pt x="1311" y="1774"/>
                    <a:pt x="1287" y="1786"/>
                  </a:cubicBezTo>
                  <a:cubicBezTo>
                    <a:pt x="1275" y="1786"/>
                    <a:pt x="1275" y="1786"/>
                    <a:pt x="1263" y="1798"/>
                  </a:cubicBezTo>
                  <a:lnTo>
                    <a:pt x="834" y="1798"/>
                  </a:lnTo>
                  <a:cubicBezTo>
                    <a:pt x="811" y="1798"/>
                    <a:pt x="811" y="1798"/>
                    <a:pt x="799" y="1786"/>
                  </a:cubicBezTo>
                  <a:cubicBezTo>
                    <a:pt x="787" y="1786"/>
                    <a:pt x="787" y="1786"/>
                    <a:pt x="775" y="1774"/>
                  </a:cubicBezTo>
                  <a:lnTo>
                    <a:pt x="751" y="1774"/>
                  </a:lnTo>
                  <a:cubicBezTo>
                    <a:pt x="732" y="1766"/>
                    <a:pt x="712" y="1762"/>
                    <a:pt x="691" y="1762"/>
                  </a:cubicBezTo>
                  <a:cubicBezTo>
                    <a:pt x="623" y="1762"/>
                    <a:pt x="555" y="1805"/>
                    <a:pt x="537" y="1870"/>
                  </a:cubicBezTo>
                  <a:cubicBezTo>
                    <a:pt x="501" y="1965"/>
                    <a:pt x="549" y="2072"/>
                    <a:pt x="632" y="2096"/>
                  </a:cubicBezTo>
                  <a:lnTo>
                    <a:pt x="656" y="2096"/>
                  </a:lnTo>
                  <a:cubicBezTo>
                    <a:pt x="668" y="2096"/>
                    <a:pt x="680" y="2108"/>
                    <a:pt x="691" y="2108"/>
                  </a:cubicBezTo>
                  <a:cubicBezTo>
                    <a:pt x="715" y="2108"/>
                    <a:pt x="727" y="2132"/>
                    <a:pt x="739" y="2132"/>
                  </a:cubicBezTo>
                  <a:lnTo>
                    <a:pt x="751" y="2132"/>
                  </a:lnTo>
                  <a:cubicBezTo>
                    <a:pt x="775" y="2132"/>
                    <a:pt x="787" y="2132"/>
                    <a:pt x="787" y="2143"/>
                  </a:cubicBezTo>
                  <a:lnTo>
                    <a:pt x="799" y="2143"/>
                  </a:lnTo>
                  <a:cubicBezTo>
                    <a:pt x="811" y="2143"/>
                    <a:pt x="834" y="2143"/>
                    <a:pt x="846" y="2155"/>
                  </a:cubicBezTo>
                  <a:lnTo>
                    <a:pt x="1156" y="2155"/>
                  </a:lnTo>
                  <a:cubicBezTo>
                    <a:pt x="1168" y="2155"/>
                    <a:pt x="1180" y="2155"/>
                    <a:pt x="1203" y="2143"/>
                  </a:cubicBezTo>
                  <a:lnTo>
                    <a:pt x="1215" y="2143"/>
                  </a:lnTo>
                  <a:cubicBezTo>
                    <a:pt x="1227" y="2143"/>
                    <a:pt x="1239" y="2143"/>
                    <a:pt x="1239" y="2132"/>
                  </a:cubicBezTo>
                  <a:lnTo>
                    <a:pt x="1263" y="2132"/>
                  </a:lnTo>
                  <a:cubicBezTo>
                    <a:pt x="1275" y="2132"/>
                    <a:pt x="1287" y="2108"/>
                    <a:pt x="1299" y="2108"/>
                  </a:cubicBezTo>
                  <a:cubicBezTo>
                    <a:pt x="1322" y="2108"/>
                    <a:pt x="1334" y="2096"/>
                    <a:pt x="1346" y="2096"/>
                  </a:cubicBezTo>
                  <a:lnTo>
                    <a:pt x="1358" y="2096"/>
                  </a:lnTo>
                  <a:cubicBezTo>
                    <a:pt x="1382" y="2096"/>
                    <a:pt x="1382" y="2084"/>
                    <a:pt x="1394" y="2084"/>
                  </a:cubicBezTo>
                  <a:lnTo>
                    <a:pt x="1406" y="2084"/>
                  </a:lnTo>
                  <a:cubicBezTo>
                    <a:pt x="1418" y="2084"/>
                    <a:pt x="1442" y="2072"/>
                    <a:pt x="1453" y="2072"/>
                  </a:cubicBezTo>
                  <a:cubicBezTo>
                    <a:pt x="1465" y="2072"/>
                    <a:pt x="1477" y="2048"/>
                    <a:pt x="1501" y="2048"/>
                  </a:cubicBezTo>
                  <a:lnTo>
                    <a:pt x="1513" y="2048"/>
                  </a:lnTo>
                  <a:cubicBezTo>
                    <a:pt x="1525" y="2048"/>
                    <a:pt x="1525" y="2036"/>
                    <a:pt x="1537" y="2036"/>
                  </a:cubicBezTo>
                  <a:lnTo>
                    <a:pt x="1561" y="2036"/>
                  </a:lnTo>
                  <a:cubicBezTo>
                    <a:pt x="1573" y="2024"/>
                    <a:pt x="1584" y="2024"/>
                    <a:pt x="1596" y="2012"/>
                  </a:cubicBezTo>
                  <a:cubicBezTo>
                    <a:pt x="1894" y="1798"/>
                    <a:pt x="2073" y="1465"/>
                    <a:pt x="2073" y="1096"/>
                  </a:cubicBezTo>
                  <a:cubicBezTo>
                    <a:pt x="2180" y="488"/>
                    <a:pt x="1692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8376;p14">
            <a:extLst>
              <a:ext uri="{FF2B5EF4-FFF2-40B4-BE49-F238E27FC236}">
                <a16:creationId xmlns:a16="http://schemas.microsoft.com/office/drawing/2014/main" id="{8E5B565B-14AE-4FEC-B27E-4E2F0C1A26AA}"/>
              </a:ext>
            </a:extLst>
          </p:cNvPr>
          <p:cNvGrpSpPr/>
          <p:nvPr/>
        </p:nvGrpSpPr>
        <p:grpSpPr>
          <a:xfrm>
            <a:off x="7842665" y="3835657"/>
            <a:ext cx="373185" cy="302466"/>
            <a:chOff x="5220616" y="2791061"/>
            <a:chExt cx="373185" cy="302466"/>
          </a:xfrm>
          <a:solidFill>
            <a:schemeClr val="bg1"/>
          </a:solidFill>
        </p:grpSpPr>
        <p:sp>
          <p:nvSpPr>
            <p:cNvPr id="131" name="Google Shape;8377;p14">
              <a:extLst>
                <a:ext uri="{FF2B5EF4-FFF2-40B4-BE49-F238E27FC236}">
                  <a16:creationId xmlns:a16="http://schemas.microsoft.com/office/drawing/2014/main" id="{794340E2-07D6-444B-93FC-D879E1B007A8}"/>
                </a:ext>
              </a:extLst>
            </p:cNvPr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" name="Google Shape;8378;p14">
              <a:extLst>
                <a:ext uri="{FF2B5EF4-FFF2-40B4-BE49-F238E27FC236}">
                  <a16:creationId xmlns:a16="http://schemas.microsoft.com/office/drawing/2014/main" id="{E7F4E8BB-5530-430D-8CBF-99E615ABA885}"/>
                </a:ext>
              </a:extLst>
            </p:cNvPr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" name="Google Shape;8379;p14">
              <a:extLst>
                <a:ext uri="{FF2B5EF4-FFF2-40B4-BE49-F238E27FC236}">
                  <a16:creationId xmlns:a16="http://schemas.microsoft.com/office/drawing/2014/main" id="{52A975BD-882B-40B1-B57F-800968B6CC54}"/>
                </a:ext>
              </a:extLst>
            </p:cNvPr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8380;p14">
              <a:extLst>
                <a:ext uri="{FF2B5EF4-FFF2-40B4-BE49-F238E27FC236}">
                  <a16:creationId xmlns:a16="http://schemas.microsoft.com/office/drawing/2014/main" id="{D3F25D76-786F-4FD9-894C-165FE8C3D183}"/>
                </a:ext>
              </a:extLst>
            </p:cNvPr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" name="Google Shape;8381;p14">
              <a:extLst>
                <a:ext uri="{FF2B5EF4-FFF2-40B4-BE49-F238E27FC236}">
                  <a16:creationId xmlns:a16="http://schemas.microsoft.com/office/drawing/2014/main" id="{50A90DD5-9C0E-4A92-B1CE-13A7EC39C3CC}"/>
                </a:ext>
              </a:extLst>
            </p:cNvPr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" name="Google Shape;8382;p14">
              <a:extLst>
                <a:ext uri="{FF2B5EF4-FFF2-40B4-BE49-F238E27FC236}">
                  <a16:creationId xmlns:a16="http://schemas.microsoft.com/office/drawing/2014/main" id="{058E4756-5E73-4D19-BED6-FC462AD021AF}"/>
                </a:ext>
              </a:extLst>
            </p:cNvPr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" name="Google Shape;8383;p14">
              <a:extLst>
                <a:ext uri="{FF2B5EF4-FFF2-40B4-BE49-F238E27FC236}">
                  <a16:creationId xmlns:a16="http://schemas.microsoft.com/office/drawing/2014/main" id="{DA04B85C-8BF3-47D1-92DB-144FF77A1A73}"/>
                </a:ext>
              </a:extLst>
            </p:cNvPr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" name="Google Shape;8384;p14">
              <a:extLst>
                <a:ext uri="{FF2B5EF4-FFF2-40B4-BE49-F238E27FC236}">
                  <a16:creationId xmlns:a16="http://schemas.microsoft.com/office/drawing/2014/main" id="{E081D632-3F55-4583-9219-B8955F569D23}"/>
                </a:ext>
              </a:extLst>
            </p:cNvPr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" name="Google Shape;8385;p14">
              <a:extLst>
                <a:ext uri="{FF2B5EF4-FFF2-40B4-BE49-F238E27FC236}">
                  <a16:creationId xmlns:a16="http://schemas.microsoft.com/office/drawing/2014/main" id="{D88F217F-4EA1-406B-9192-19E2E1EFD3D8}"/>
                </a:ext>
              </a:extLst>
            </p:cNvPr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" name="Google Shape;8386;p14">
              <a:extLst>
                <a:ext uri="{FF2B5EF4-FFF2-40B4-BE49-F238E27FC236}">
                  <a16:creationId xmlns:a16="http://schemas.microsoft.com/office/drawing/2014/main" id="{F497874A-B09B-41CA-A426-78DAEAB776C3}"/>
                </a:ext>
              </a:extLst>
            </p:cNvPr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" name="Google Shape;8387;p14">
              <a:extLst>
                <a:ext uri="{FF2B5EF4-FFF2-40B4-BE49-F238E27FC236}">
                  <a16:creationId xmlns:a16="http://schemas.microsoft.com/office/drawing/2014/main" id="{7279CDC4-3C08-4936-B2A5-9F007D98874F}"/>
                </a:ext>
              </a:extLst>
            </p:cNvPr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" name="Google Shape;8388;p14">
              <a:extLst>
                <a:ext uri="{FF2B5EF4-FFF2-40B4-BE49-F238E27FC236}">
                  <a16:creationId xmlns:a16="http://schemas.microsoft.com/office/drawing/2014/main" id="{96F8BCDA-FF60-42A6-83C8-6F2BBF776D63}"/>
                </a:ext>
              </a:extLst>
            </p:cNvPr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" name="Google Shape;8389;p14">
              <a:extLst>
                <a:ext uri="{FF2B5EF4-FFF2-40B4-BE49-F238E27FC236}">
                  <a16:creationId xmlns:a16="http://schemas.microsoft.com/office/drawing/2014/main" id="{15468D17-CC4C-4786-8655-8E95919D15A3}"/>
                </a:ext>
              </a:extLst>
            </p:cNvPr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" name="Google Shape;8390;p14">
              <a:extLst>
                <a:ext uri="{FF2B5EF4-FFF2-40B4-BE49-F238E27FC236}">
                  <a16:creationId xmlns:a16="http://schemas.microsoft.com/office/drawing/2014/main" id="{C6C81BDE-5F4E-4A32-8CFA-3768C0FB2FA5}"/>
                </a:ext>
              </a:extLst>
            </p:cNvPr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" name="Google Shape;8391;p14">
              <a:extLst>
                <a:ext uri="{FF2B5EF4-FFF2-40B4-BE49-F238E27FC236}">
                  <a16:creationId xmlns:a16="http://schemas.microsoft.com/office/drawing/2014/main" id="{C69B9F53-4663-40BC-90AA-15CAC1EFFD2D}"/>
                </a:ext>
              </a:extLst>
            </p:cNvPr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Google Shape;8392;p14">
              <a:extLst>
                <a:ext uri="{FF2B5EF4-FFF2-40B4-BE49-F238E27FC236}">
                  <a16:creationId xmlns:a16="http://schemas.microsoft.com/office/drawing/2014/main" id="{FE1EE7A8-F3FC-4A1F-946F-F2F25AF57431}"/>
                </a:ext>
              </a:extLst>
            </p:cNvPr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Google Shape;8393;p14">
              <a:extLst>
                <a:ext uri="{FF2B5EF4-FFF2-40B4-BE49-F238E27FC236}">
                  <a16:creationId xmlns:a16="http://schemas.microsoft.com/office/drawing/2014/main" id="{91A6A7BE-7240-4B52-AE50-D604D8C21E9C}"/>
                </a:ext>
              </a:extLst>
            </p:cNvPr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Google Shape;8394;p14">
              <a:extLst>
                <a:ext uri="{FF2B5EF4-FFF2-40B4-BE49-F238E27FC236}">
                  <a16:creationId xmlns:a16="http://schemas.microsoft.com/office/drawing/2014/main" id="{4596F791-C7F5-4B28-9F3B-B6CA04BF07CD}"/>
                </a:ext>
              </a:extLst>
            </p:cNvPr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9" name="Google Shape;9289;p16">
            <a:extLst>
              <a:ext uri="{FF2B5EF4-FFF2-40B4-BE49-F238E27FC236}">
                <a16:creationId xmlns:a16="http://schemas.microsoft.com/office/drawing/2014/main" id="{240866DA-1D1C-4C91-8530-04A8DE656E68}"/>
              </a:ext>
            </a:extLst>
          </p:cNvPr>
          <p:cNvGrpSpPr/>
          <p:nvPr/>
        </p:nvGrpSpPr>
        <p:grpSpPr>
          <a:xfrm>
            <a:off x="7909872" y="1764176"/>
            <a:ext cx="238770" cy="371841"/>
            <a:chOff x="2722090" y="2890162"/>
            <a:chExt cx="238770" cy="371841"/>
          </a:xfrm>
          <a:solidFill>
            <a:schemeClr val="bg1"/>
          </a:solidFill>
        </p:grpSpPr>
        <p:sp>
          <p:nvSpPr>
            <p:cNvPr id="150" name="Google Shape;9290;p16">
              <a:extLst>
                <a:ext uri="{FF2B5EF4-FFF2-40B4-BE49-F238E27FC236}">
                  <a16:creationId xmlns:a16="http://schemas.microsoft.com/office/drawing/2014/main" id="{C225B966-16B6-4CDC-9F17-955555A041BA}"/>
                </a:ext>
              </a:extLst>
            </p:cNvPr>
            <p:cNvSpPr/>
            <p:nvPr/>
          </p:nvSpPr>
          <p:spPr>
            <a:xfrm>
              <a:off x="2722090" y="2890162"/>
              <a:ext cx="238770" cy="371841"/>
            </a:xfrm>
            <a:custGeom>
              <a:avLst/>
              <a:gdLst/>
              <a:ahLst/>
              <a:cxnLst/>
              <a:rect l="l" t="t" r="r" b="b"/>
              <a:pathLst>
                <a:path w="7502" h="11683" extrusionOk="0">
                  <a:moveTo>
                    <a:pt x="3835" y="372"/>
                  </a:moveTo>
                  <a:lnTo>
                    <a:pt x="3966" y="419"/>
                  </a:lnTo>
                  <a:cubicBezTo>
                    <a:pt x="4132" y="491"/>
                    <a:pt x="4251" y="634"/>
                    <a:pt x="4347" y="848"/>
                  </a:cubicBezTo>
                  <a:cubicBezTo>
                    <a:pt x="4168" y="812"/>
                    <a:pt x="4001" y="788"/>
                    <a:pt x="3835" y="777"/>
                  </a:cubicBezTo>
                  <a:lnTo>
                    <a:pt x="3835" y="372"/>
                  </a:lnTo>
                  <a:close/>
                  <a:moveTo>
                    <a:pt x="6609" y="9135"/>
                  </a:moveTo>
                  <a:cubicBezTo>
                    <a:pt x="6716" y="9135"/>
                    <a:pt x="6799" y="9230"/>
                    <a:pt x="6799" y="9337"/>
                  </a:cubicBezTo>
                  <a:lnTo>
                    <a:pt x="6799" y="9528"/>
                  </a:lnTo>
                  <a:lnTo>
                    <a:pt x="6609" y="9528"/>
                  </a:lnTo>
                  <a:cubicBezTo>
                    <a:pt x="6513" y="9528"/>
                    <a:pt x="6442" y="9599"/>
                    <a:pt x="6442" y="9694"/>
                  </a:cubicBezTo>
                  <a:cubicBezTo>
                    <a:pt x="6442" y="9778"/>
                    <a:pt x="6513" y="9849"/>
                    <a:pt x="6609" y="9849"/>
                  </a:cubicBezTo>
                  <a:lnTo>
                    <a:pt x="6978" y="9849"/>
                  </a:lnTo>
                  <a:cubicBezTo>
                    <a:pt x="7085" y="9849"/>
                    <a:pt x="7168" y="9944"/>
                    <a:pt x="7168" y="10040"/>
                  </a:cubicBezTo>
                  <a:lnTo>
                    <a:pt x="7168" y="11147"/>
                  </a:lnTo>
                  <a:cubicBezTo>
                    <a:pt x="7156" y="11266"/>
                    <a:pt x="7073" y="11361"/>
                    <a:pt x="6966" y="11361"/>
                  </a:cubicBezTo>
                  <a:lnTo>
                    <a:pt x="1477" y="11361"/>
                  </a:lnTo>
                  <a:cubicBezTo>
                    <a:pt x="1370" y="11361"/>
                    <a:pt x="1275" y="11266"/>
                    <a:pt x="1275" y="11159"/>
                  </a:cubicBezTo>
                  <a:lnTo>
                    <a:pt x="1275" y="10063"/>
                  </a:lnTo>
                  <a:cubicBezTo>
                    <a:pt x="1275" y="9956"/>
                    <a:pt x="1370" y="9873"/>
                    <a:pt x="1477" y="9873"/>
                  </a:cubicBezTo>
                  <a:lnTo>
                    <a:pt x="5859" y="9873"/>
                  </a:lnTo>
                  <a:cubicBezTo>
                    <a:pt x="5954" y="9873"/>
                    <a:pt x="6025" y="9790"/>
                    <a:pt x="6025" y="9706"/>
                  </a:cubicBezTo>
                  <a:cubicBezTo>
                    <a:pt x="6025" y="9611"/>
                    <a:pt x="5954" y="9540"/>
                    <a:pt x="5859" y="9540"/>
                  </a:cubicBezTo>
                  <a:lnTo>
                    <a:pt x="1656" y="9540"/>
                  </a:lnTo>
                  <a:lnTo>
                    <a:pt x="1656" y="9337"/>
                  </a:lnTo>
                  <a:cubicBezTo>
                    <a:pt x="1656" y="9230"/>
                    <a:pt x="1739" y="9135"/>
                    <a:pt x="1846" y="9135"/>
                  </a:cubicBezTo>
                  <a:close/>
                  <a:moveTo>
                    <a:pt x="3739" y="1"/>
                  </a:moveTo>
                  <a:cubicBezTo>
                    <a:pt x="3703" y="1"/>
                    <a:pt x="3678" y="3"/>
                    <a:pt x="3668" y="3"/>
                  </a:cubicBezTo>
                  <a:cubicBezTo>
                    <a:pt x="3585" y="15"/>
                    <a:pt x="3513" y="74"/>
                    <a:pt x="3513" y="157"/>
                  </a:cubicBezTo>
                  <a:lnTo>
                    <a:pt x="3513" y="729"/>
                  </a:lnTo>
                  <a:cubicBezTo>
                    <a:pt x="3438" y="725"/>
                    <a:pt x="3373" y="724"/>
                    <a:pt x="3319" y="724"/>
                  </a:cubicBezTo>
                  <a:cubicBezTo>
                    <a:pt x="3210" y="724"/>
                    <a:pt x="3144" y="729"/>
                    <a:pt x="3120" y="729"/>
                  </a:cubicBezTo>
                  <a:cubicBezTo>
                    <a:pt x="3037" y="729"/>
                    <a:pt x="2954" y="812"/>
                    <a:pt x="2954" y="908"/>
                  </a:cubicBezTo>
                  <a:cubicBezTo>
                    <a:pt x="2954" y="991"/>
                    <a:pt x="3049" y="1074"/>
                    <a:pt x="3132" y="1074"/>
                  </a:cubicBezTo>
                  <a:cubicBezTo>
                    <a:pt x="3135" y="1074"/>
                    <a:pt x="3172" y="1073"/>
                    <a:pt x="3236" y="1073"/>
                  </a:cubicBezTo>
                  <a:cubicBezTo>
                    <a:pt x="3649" y="1073"/>
                    <a:pt x="5188" y="1135"/>
                    <a:pt x="6156" y="2062"/>
                  </a:cubicBezTo>
                  <a:cubicBezTo>
                    <a:pt x="6704" y="2586"/>
                    <a:pt x="6978" y="3301"/>
                    <a:pt x="6978" y="4194"/>
                  </a:cubicBezTo>
                  <a:cubicBezTo>
                    <a:pt x="6978" y="5158"/>
                    <a:pt x="6764" y="5753"/>
                    <a:pt x="6549" y="6408"/>
                  </a:cubicBezTo>
                  <a:cubicBezTo>
                    <a:pt x="6323" y="7063"/>
                    <a:pt x="6085" y="7742"/>
                    <a:pt x="6073" y="8778"/>
                  </a:cubicBezTo>
                  <a:lnTo>
                    <a:pt x="2120" y="8778"/>
                  </a:lnTo>
                  <a:cubicBezTo>
                    <a:pt x="2084" y="8694"/>
                    <a:pt x="2025" y="8492"/>
                    <a:pt x="2025" y="8218"/>
                  </a:cubicBezTo>
                  <a:cubicBezTo>
                    <a:pt x="2025" y="7766"/>
                    <a:pt x="2299" y="6730"/>
                    <a:pt x="4168" y="4860"/>
                  </a:cubicBezTo>
                  <a:cubicBezTo>
                    <a:pt x="4227" y="4801"/>
                    <a:pt x="4227" y="4729"/>
                    <a:pt x="4192" y="4658"/>
                  </a:cubicBezTo>
                  <a:cubicBezTo>
                    <a:pt x="4157" y="4606"/>
                    <a:pt x="4109" y="4573"/>
                    <a:pt x="4058" y="4573"/>
                  </a:cubicBezTo>
                  <a:cubicBezTo>
                    <a:pt x="4040" y="4573"/>
                    <a:pt x="4020" y="4577"/>
                    <a:pt x="4001" y="4587"/>
                  </a:cubicBezTo>
                  <a:cubicBezTo>
                    <a:pt x="4001" y="4587"/>
                    <a:pt x="3902" y="4611"/>
                    <a:pt x="3741" y="4611"/>
                  </a:cubicBezTo>
                  <a:cubicBezTo>
                    <a:pt x="3530" y="4611"/>
                    <a:pt x="3214" y="4569"/>
                    <a:pt x="2882" y="4372"/>
                  </a:cubicBezTo>
                  <a:cubicBezTo>
                    <a:pt x="2803" y="4328"/>
                    <a:pt x="2715" y="4306"/>
                    <a:pt x="2627" y="4306"/>
                  </a:cubicBezTo>
                  <a:cubicBezTo>
                    <a:pt x="2503" y="4306"/>
                    <a:pt x="2379" y="4348"/>
                    <a:pt x="2275" y="4432"/>
                  </a:cubicBezTo>
                  <a:cubicBezTo>
                    <a:pt x="2058" y="4611"/>
                    <a:pt x="1655" y="4842"/>
                    <a:pt x="1053" y="4842"/>
                  </a:cubicBezTo>
                  <a:cubicBezTo>
                    <a:pt x="895" y="4842"/>
                    <a:pt x="723" y="4826"/>
                    <a:pt x="537" y="4789"/>
                  </a:cubicBezTo>
                  <a:lnTo>
                    <a:pt x="382" y="4075"/>
                  </a:lnTo>
                  <a:lnTo>
                    <a:pt x="2156" y="2301"/>
                  </a:lnTo>
                  <a:cubicBezTo>
                    <a:pt x="2180" y="2277"/>
                    <a:pt x="2203" y="2229"/>
                    <a:pt x="2203" y="2193"/>
                  </a:cubicBezTo>
                  <a:lnTo>
                    <a:pt x="2203" y="1967"/>
                  </a:lnTo>
                  <a:cubicBezTo>
                    <a:pt x="2203" y="1860"/>
                    <a:pt x="2275" y="1789"/>
                    <a:pt x="2382" y="1777"/>
                  </a:cubicBezTo>
                  <a:cubicBezTo>
                    <a:pt x="2501" y="1764"/>
                    <a:pt x="2692" y="1750"/>
                    <a:pt x="2929" y="1750"/>
                  </a:cubicBezTo>
                  <a:cubicBezTo>
                    <a:pt x="3355" y="1750"/>
                    <a:pt x="3928" y="1796"/>
                    <a:pt x="4501" y="1979"/>
                  </a:cubicBezTo>
                  <a:cubicBezTo>
                    <a:pt x="4522" y="1987"/>
                    <a:pt x="4544" y="1991"/>
                    <a:pt x="4565" y="1991"/>
                  </a:cubicBezTo>
                  <a:cubicBezTo>
                    <a:pt x="4639" y="1991"/>
                    <a:pt x="4706" y="1943"/>
                    <a:pt x="4716" y="1860"/>
                  </a:cubicBezTo>
                  <a:cubicBezTo>
                    <a:pt x="4739" y="1777"/>
                    <a:pt x="4704" y="1670"/>
                    <a:pt x="4597" y="1658"/>
                  </a:cubicBezTo>
                  <a:cubicBezTo>
                    <a:pt x="3956" y="1457"/>
                    <a:pt x="3315" y="1408"/>
                    <a:pt x="2856" y="1408"/>
                  </a:cubicBezTo>
                  <a:cubicBezTo>
                    <a:pt x="2632" y="1408"/>
                    <a:pt x="2451" y="1420"/>
                    <a:pt x="2334" y="1431"/>
                  </a:cubicBezTo>
                  <a:cubicBezTo>
                    <a:pt x="2049" y="1455"/>
                    <a:pt x="1846" y="1681"/>
                    <a:pt x="1846" y="1967"/>
                  </a:cubicBezTo>
                  <a:lnTo>
                    <a:pt x="1846" y="2110"/>
                  </a:lnTo>
                  <a:lnTo>
                    <a:pt x="60" y="3896"/>
                  </a:lnTo>
                  <a:cubicBezTo>
                    <a:pt x="13" y="3944"/>
                    <a:pt x="1" y="4003"/>
                    <a:pt x="13" y="4051"/>
                  </a:cubicBezTo>
                  <a:lnTo>
                    <a:pt x="191" y="4956"/>
                  </a:lnTo>
                  <a:cubicBezTo>
                    <a:pt x="203" y="5015"/>
                    <a:pt x="251" y="5075"/>
                    <a:pt x="310" y="5087"/>
                  </a:cubicBezTo>
                  <a:cubicBezTo>
                    <a:pt x="569" y="5151"/>
                    <a:pt x="806" y="5178"/>
                    <a:pt x="1022" y="5178"/>
                  </a:cubicBezTo>
                  <a:cubicBezTo>
                    <a:pt x="1722" y="5178"/>
                    <a:pt x="2199" y="4897"/>
                    <a:pt x="2453" y="4706"/>
                  </a:cubicBezTo>
                  <a:cubicBezTo>
                    <a:pt x="2497" y="4669"/>
                    <a:pt x="2550" y="4655"/>
                    <a:pt x="2598" y="4655"/>
                  </a:cubicBezTo>
                  <a:cubicBezTo>
                    <a:pt x="2628" y="4655"/>
                    <a:pt x="2657" y="4661"/>
                    <a:pt x="2680" y="4670"/>
                  </a:cubicBezTo>
                  <a:cubicBezTo>
                    <a:pt x="3001" y="4872"/>
                    <a:pt x="3335" y="4932"/>
                    <a:pt x="3573" y="4944"/>
                  </a:cubicBezTo>
                  <a:cubicBezTo>
                    <a:pt x="1977" y="6611"/>
                    <a:pt x="1632" y="7635"/>
                    <a:pt x="1632" y="8218"/>
                  </a:cubicBezTo>
                  <a:cubicBezTo>
                    <a:pt x="1632" y="8456"/>
                    <a:pt x="1680" y="8647"/>
                    <a:pt x="1727" y="8778"/>
                  </a:cubicBezTo>
                  <a:cubicBezTo>
                    <a:pt x="1465" y="8825"/>
                    <a:pt x="1275" y="9051"/>
                    <a:pt x="1275" y="9313"/>
                  </a:cubicBezTo>
                  <a:lnTo>
                    <a:pt x="1275" y="9540"/>
                  </a:lnTo>
                  <a:cubicBezTo>
                    <a:pt x="1072" y="9611"/>
                    <a:pt x="906" y="9801"/>
                    <a:pt x="906" y="10040"/>
                  </a:cubicBezTo>
                  <a:lnTo>
                    <a:pt x="906" y="11147"/>
                  </a:lnTo>
                  <a:cubicBezTo>
                    <a:pt x="906" y="11445"/>
                    <a:pt x="1144" y="11683"/>
                    <a:pt x="1441" y="11683"/>
                  </a:cubicBezTo>
                  <a:lnTo>
                    <a:pt x="6930" y="11683"/>
                  </a:lnTo>
                  <a:cubicBezTo>
                    <a:pt x="7228" y="11683"/>
                    <a:pt x="7466" y="11445"/>
                    <a:pt x="7466" y="11147"/>
                  </a:cubicBezTo>
                  <a:lnTo>
                    <a:pt x="7466" y="10040"/>
                  </a:lnTo>
                  <a:cubicBezTo>
                    <a:pt x="7502" y="9825"/>
                    <a:pt x="7347" y="9611"/>
                    <a:pt x="7145" y="9551"/>
                  </a:cubicBezTo>
                  <a:lnTo>
                    <a:pt x="7145" y="9337"/>
                  </a:lnTo>
                  <a:cubicBezTo>
                    <a:pt x="7145" y="9039"/>
                    <a:pt x="6906" y="8801"/>
                    <a:pt x="6609" y="8801"/>
                  </a:cubicBezTo>
                  <a:lnTo>
                    <a:pt x="6418" y="8801"/>
                  </a:lnTo>
                  <a:cubicBezTo>
                    <a:pt x="6442" y="7801"/>
                    <a:pt x="6656" y="7158"/>
                    <a:pt x="6871" y="6527"/>
                  </a:cubicBezTo>
                  <a:cubicBezTo>
                    <a:pt x="7097" y="5896"/>
                    <a:pt x="7323" y="5229"/>
                    <a:pt x="7323" y="4206"/>
                  </a:cubicBezTo>
                  <a:cubicBezTo>
                    <a:pt x="7323" y="3229"/>
                    <a:pt x="7014" y="2420"/>
                    <a:pt x="6394" y="1824"/>
                  </a:cubicBezTo>
                  <a:cubicBezTo>
                    <a:pt x="5906" y="1372"/>
                    <a:pt x="5299" y="1098"/>
                    <a:pt x="4751" y="931"/>
                  </a:cubicBezTo>
                  <a:cubicBezTo>
                    <a:pt x="4632" y="431"/>
                    <a:pt x="4358" y="205"/>
                    <a:pt x="4156" y="98"/>
                  </a:cubicBezTo>
                  <a:cubicBezTo>
                    <a:pt x="3986" y="13"/>
                    <a:pt x="3828" y="1"/>
                    <a:pt x="3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9291;p16">
              <a:extLst>
                <a:ext uri="{FF2B5EF4-FFF2-40B4-BE49-F238E27FC236}">
                  <a16:creationId xmlns:a16="http://schemas.microsoft.com/office/drawing/2014/main" id="{9F641AD3-D910-41A3-9A0A-3EEF50260C17}"/>
                </a:ext>
              </a:extLst>
            </p:cNvPr>
            <p:cNvSpPr/>
            <p:nvPr/>
          </p:nvSpPr>
          <p:spPr>
            <a:xfrm>
              <a:off x="2882023" y="2951111"/>
              <a:ext cx="21993" cy="16837"/>
            </a:xfrm>
            <a:custGeom>
              <a:avLst/>
              <a:gdLst/>
              <a:ahLst/>
              <a:cxnLst/>
              <a:rect l="l" t="t" r="r" b="b"/>
              <a:pathLst>
                <a:path w="691" h="529" extrusionOk="0">
                  <a:moveTo>
                    <a:pt x="202" y="0"/>
                  </a:moveTo>
                  <a:cubicBezTo>
                    <a:pt x="138" y="0"/>
                    <a:pt x="81" y="30"/>
                    <a:pt x="48" y="88"/>
                  </a:cubicBezTo>
                  <a:cubicBezTo>
                    <a:pt x="0" y="183"/>
                    <a:pt x="36" y="290"/>
                    <a:pt x="119" y="338"/>
                  </a:cubicBezTo>
                  <a:cubicBezTo>
                    <a:pt x="215" y="374"/>
                    <a:pt x="298" y="433"/>
                    <a:pt x="393" y="493"/>
                  </a:cubicBezTo>
                  <a:cubicBezTo>
                    <a:pt x="417" y="517"/>
                    <a:pt x="453" y="528"/>
                    <a:pt x="476" y="528"/>
                  </a:cubicBezTo>
                  <a:cubicBezTo>
                    <a:pt x="536" y="528"/>
                    <a:pt x="584" y="493"/>
                    <a:pt x="631" y="457"/>
                  </a:cubicBezTo>
                  <a:cubicBezTo>
                    <a:pt x="691" y="362"/>
                    <a:pt x="655" y="255"/>
                    <a:pt x="584" y="195"/>
                  </a:cubicBezTo>
                  <a:cubicBezTo>
                    <a:pt x="488" y="136"/>
                    <a:pt x="393" y="76"/>
                    <a:pt x="286" y="16"/>
                  </a:cubicBezTo>
                  <a:cubicBezTo>
                    <a:pt x="257" y="6"/>
                    <a:pt x="229" y="0"/>
                    <a:pt x="2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Google Shape;9292;p16">
              <a:extLst>
                <a:ext uri="{FF2B5EF4-FFF2-40B4-BE49-F238E27FC236}">
                  <a16:creationId xmlns:a16="http://schemas.microsoft.com/office/drawing/2014/main" id="{8F98491A-5B0E-4508-AE89-1AFE709CE477}"/>
                </a:ext>
              </a:extLst>
            </p:cNvPr>
            <p:cNvSpPr/>
            <p:nvPr/>
          </p:nvSpPr>
          <p:spPr>
            <a:xfrm>
              <a:off x="2804332" y="2960341"/>
              <a:ext cx="11012" cy="15946"/>
            </a:xfrm>
            <a:custGeom>
              <a:avLst/>
              <a:gdLst/>
              <a:ahLst/>
              <a:cxnLst/>
              <a:rect l="l" t="t" r="r" b="b"/>
              <a:pathLst>
                <a:path w="346" h="501" extrusionOk="0"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84" y="500"/>
                    <a:pt x="167" y="500"/>
                  </a:cubicBezTo>
                  <a:cubicBezTo>
                    <a:pt x="262" y="500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46" y="72"/>
                    <a:pt x="274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533494" y="1294922"/>
            <a:ext cx="423978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" name="Picture 50"/>
          <p:cNvPicPr/>
          <p:nvPr/>
        </p:nvPicPr>
        <p:blipFill>
          <a:blip r:embed="rId2"/>
          <a:stretch>
            <a:fillRect/>
          </a:stretch>
        </p:blipFill>
        <p:spPr>
          <a:xfrm>
            <a:off x="3727938" y="1469638"/>
            <a:ext cx="5247249" cy="23793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3218" y="1392702"/>
            <a:ext cx="305269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System Features in Architecture</a:t>
            </a:r>
          </a:p>
          <a:p>
            <a:r>
              <a:rPr lang="en-US" sz="1400" dirty="0"/>
              <a:t>✔ </a:t>
            </a:r>
            <a:r>
              <a:rPr lang="en-US" sz="1400" b="1" dirty="0"/>
              <a:t>Performance</a:t>
            </a:r>
            <a:r>
              <a:rPr lang="en-US" sz="1400" dirty="0"/>
              <a:t> → </a:t>
            </a:r>
            <a:r>
              <a:rPr lang="en-US" sz="1400" b="1" dirty="0"/>
              <a:t>Optimized QR code processing</a:t>
            </a:r>
            <a:r>
              <a:rPr lang="en-US" sz="1400" dirty="0"/>
              <a:t> minimizes delays in real-time attendance tracking.</a:t>
            </a:r>
            <a:br>
              <a:rPr lang="en-US" sz="1400" dirty="0"/>
            </a:br>
            <a:r>
              <a:rPr lang="en-US" sz="1400" dirty="0"/>
              <a:t>✔ </a:t>
            </a:r>
            <a:r>
              <a:rPr lang="en-US" sz="1400" b="1" dirty="0"/>
              <a:t>Security</a:t>
            </a:r>
            <a:r>
              <a:rPr lang="en-US" sz="1400" dirty="0"/>
              <a:t> → Multi-layered </a:t>
            </a:r>
            <a:r>
              <a:rPr lang="en-US" sz="1400" b="1" dirty="0"/>
              <a:t>encryption &amp; access control</a:t>
            </a:r>
            <a:r>
              <a:rPr lang="en-US" sz="1400" dirty="0"/>
              <a:t> protects student data from unauthorized use.</a:t>
            </a:r>
            <a:br>
              <a:rPr lang="en-US" sz="1400" dirty="0"/>
            </a:br>
            <a:r>
              <a:rPr lang="en-US" sz="1400" dirty="0"/>
              <a:t>✔ </a:t>
            </a:r>
            <a:r>
              <a:rPr lang="en-US" sz="1400" b="1" dirty="0"/>
              <a:t>Availability</a:t>
            </a:r>
            <a:r>
              <a:rPr lang="en-US" sz="1400" dirty="0"/>
              <a:t> → Ensured through </a:t>
            </a:r>
            <a:r>
              <a:rPr lang="en-US" sz="1400" b="1" dirty="0"/>
              <a:t>backup database servers &amp; failover mechanisms</a:t>
            </a:r>
            <a:r>
              <a:rPr lang="en-US" sz="1400" dirty="0"/>
              <a:t> for system reliability.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166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  <p:bldP spid="4" grpId="0"/>
      <p:bldP spid="73" grpId="0"/>
      <p:bldP spid="82" grpId="0"/>
      <p:bldP spid="87" grpId="0"/>
      <p:bldP spid="8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Elipse 178">
            <a:extLst>
              <a:ext uri="{FF2B5EF4-FFF2-40B4-BE49-F238E27FC236}">
                <a16:creationId xmlns:a16="http://schemas.microsoft.com/office/drawing/2014/main" id="{43FCB987-10B3-4DBC-99DD-2938FCD037DB}"/>
              </a:ext>
            </a:extLst>
          </p:cNvPr>
          <p:cNvSpPr/>
          <p:nvPr/>
        </p:nvSpPr>
        <p:spPr>
          <a:xfrm>
            <a:off x="6666559" y="129050"/>
            <a:ext cx="786938" cy="786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331753" y="2053828"/>
            <a:ext cx="7705206" cy="450094"/>
          </a:xfrm>
        </p:spPr>
        <p:txBody>
          <a:bodyPr>
            <a:noAutofit/>
          </a:bodyPr>
          <a:lstStyle/>
          <a:p>
            <a:r>
              <a:rPr lang="es-ES" sz="11500" dirty="0"/>
              <a:t>THANKS!</a:t>
            </a:r>
            <a:endParaRPr lang="en-US" sz="115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75693-0101-47F8-8FF6-40B84B49F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1"/>
          </p:nvPr>
        </p:nvSpPr>
        <p:spPr>
          <a:xfrm>
            <a:off x="817500" y="3975034"/>
            <a:ext cx="7705206" cy="501392"/>
          </a:xfrm>
        </p:spPr>
        <p:txBody>
          <a:bodyPr/>
          <a:lstStyle/>
          <a:p>
            <a:r>
              <a:rPr lang="en-US" dirty="0"/>
              <a:t>Do you have any questions?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19" name="Google Shape;12032;p20">
            <a:extLst>
              <a:ext uri="{FF2B5EF4-FFF2-40B4-BE49-F238E27FC236}">
                <a16:creationId xmlns:a16="http://schemas.microsoft.com/office/drawing/2014/main" id="{186CEAD9-CF04-4AD5-8B4E-0DA6197F6972}"/>
              </a:ext>
            </a:extLst>
          </p:cNvPr>
          <p:cNvGrpSpPr/>
          <p:nvPr/>
        </p:nvGrpSpPr>
        <p:grpSpPr>
          <a:xfrm>
            <a:off x="915104" y="1787298"/>
            <a:ext cx="416649" cy="325597"/>
            <a:chOff x="5626763" y="2013829"/>
            <a:chExt cx="351722" cy="274788"/>
          </a:xfrm>
          <a:solidFill>
            <a:schemeClr val="bg1"/>
          </a:solidFill>
        </p:grpSpPr>
        <p:sp>
          <p:nvSpPr>
            <p:cNvPr id="120" name="Google Shape;12033;p20">
              <a:extLst>
                <a:ext uri="{FF2B5EF4-FFF2-40B4-BE49-F238E27FC236}">
                  <a16:creationId xmlns:a16="http://schemas.microsoft.com/office/drawing/2014/main" id="{326B9524-8EE3-4A6F-881E-D895F920EC45}"/>
                </a:ext>
              </a:extLst>
            </p:cNvPr>
            <p:cNvSpPr/>
            <p:nvPr/>
          </p:nvSpPr>
          <p:spPr>
            <a:xfrm>
              <a:off x="5626763" y="2013829"/>
              <a:ext cx="351722" cy="274788"/>
            </a:xfrm>
            <a:custGeom>
              <a:avLst/>
              <a:gdLst/>
              <a:ahLst/>
              <a:cxnLst/>
              <a:rect l="l" t="t" r="r" b="b"/>
              <a:pathLst>
                <a:path w="11050" h="8633" extrusionOk="0">
                  <a:moveTo>
                    <a:pt x="10657" y="345"/>
                  </a:moveTo>
                  <a:lnTo>
                    <a:pt x="10681" y="714"/>
                  </a:lnTo>
                  <a:lnTo>
                    <a:pt x="9395" y="714"/>
                  </a:lnTo>
                  <a:cubicBezTo>
                    <a:pt x="9312" y="714"/>
                    <a:pt x="9216" y="786"/>
                    <a:pt x="9216" y="893"/>
                  </a:cubicBezTo>
                  <a:cubicBezTo>
                    <a:pt x="9216" y="1000"/>
                    <a:pt x="9288" y="1072"/>
                    <a:pt x="9395" y="1072"/>
                  </a:cubicBezTo>
                  <a:lnTo>
                    <a:pt x="10383" y="1072"/>
                  </a:lnTo>
                  <a:lnTo>
                    <a:pt x="10383" y="6191"/>
                  </a:lnTo>
                  <a:lnTo>
                    <a:pt x="4466" y="6191"/>
                  </a:lnTo>
                  <a:lnTo>
                    <a:pt x="4466" y="6025"/>
                  </a:lnTo>
                  <a:cubicBezTo>
                    <a:pt x="4466" y="5929"/>
                    <a:pt x="4394" y="5846"/>
                    <a:pt x="4287" y="5846"/>
                  </a:cubicBezTo>
                  <a:lnTo>
                    <a:pt x="4001" y="5846"/>
                  </a:lnTo>
                  <a:cubicBezTo>
                    <a:pt x="3978" y="5739"/>
                    <a:pt x="3930" y="5644"/>
                    <a:pt x="3871" y="5536"/>
                  </a:cubicBezTo>
                  <a:lnTo>
                    <a:pt x="4085" y="5322"/>
                  </a:lnTo>
                  <a:cubicBezTo>
                    <a:pt x="4156" y="5251"/>
                    <a:pt x="4156" y="5144"/>
                    <a:pt x="4085" y="5072"/>
                  </a:cubicBezTo>
                  <a:lnTo>
                    <a:pt x="3549" y="4536"/>
                  </a:lnTo>
                  <a:cubicBezTo>
                    <a:pt x="3513" y="4512"/>
                    <a:pt x="3478" y="4489"/>
                    <a:pt x="3430" y="4489"/>
                  </a:cubicBezTo>
                  <a:cubicBezTo>
                    <a:pt x="3382" y="4489"/>
                    <a:pt x="3335" y="4512"/>
                    <a:pt x="3311" y="4536"/>
                  </a:cubicBezTo>
                  <a:lnTo>
                    <a:pt x="3097" y="4739"/>
                  </a:lnTo>
                  <a:cubicBezTo>
                    <a:pt x="2989" y="4679"/>
                    <a:pt x="2894" y="4643"/>
                    <a:pt x="2787" y="4608"/>
                  </a:cubicBezTo>
                  <a:lnTo>
                    <a:pt x="2787" y="4334"/>
                  </a:lnTo>
                  <a:cubicBezTo>
                    <a:pt x="2787" y="4239"/>
                    <a:pt x="2716" y="4155"/>
                    <a:pt x="2608" y="4155"/>
                  </a:cubicBezTo>
                  <a:lnTo>
                    <a:pt x="2180" y="4155"/>
                  </a:lnTo>
                  <a:lnTo>
                    <a:pt x="2180" y="1060"/>
                  </a:lnTo>
                  <a:lnTo>
                    <a:pt x="8788" y="1060"/>
                  </a:lnTo>
                  <a:cubicBezTo>
                    <a:pt x="8871" y="1060"/>
                    <a:pt x="8966" y="976"/>
                    <a:pt x="8966" y="881"/>
                  </a:cubicBezTo>
                  <a:cubicBezTo>
                    <a:pt x="8966" y="786"/>
                    <a:pt x="8895" y="702"/>
                    <a:pt x="8788" y="702"/>
                  </a:cubicBezTo>
                  <a:lnTo>
                    <a:pt x="1894" y="702"/>
                  </a:lnTo>
                  <a:lnTo>
                    <a:pt x="1894" y="345"/>
                  </a:lnTo>
                  <a:close/>
                  <a:moveTo>
                    <a:pt x="10681" y="6537"/>
                  </a:moveTo>
                  <a:lnTo>
                    <a:pt x="10681" y="6870"/>
                  </a:lnTo>
                  <a:lnTo>
                    <a:pt x="4430" y="6870"/>
                  </a:lnTo>
                  <a:cubicBezTo>
                    <a:pt x="4454" y="6846"/>
                    <a:pt x="4466" y="6798"/>
                    <a:pt x="4466" y="6751"/>
                  </a:cubicBezTo>
                  <a:lnTo>
                    <a:pt x="4466" y="6560"/>
                  </a:lnTo>
                  <a:lnTo>
                    <a:pt x="10562" y="6560"/>
                  </a:lnTo>
                  <a:cubicBezTo>
                    <a:pt x="10598" y="6560"/>
                    <a:pt x="10633" y="6548"/>
                    <a:pt x="10657" y="6537"/>
                  </a:cubicBezTo>
                  <a:close/>
                  <a:moveTo>
                    <a:pt x="2477" y="4524"/>
                  </a:moveTo>
                  <a:lnTo>
                    <a:pt x="2477" y="4763"/>
                  </a:lnTo>
                  <a:cubicBezTo>
                    <a:pt x="2477" y="4834"/>
                    <a:pt x="2537" y="4905"/>
                    <a:pt x="2608" y="4929"/>
                  </a:cubicBezTo>
                  <a:cubicBezTo>
                    <a:pt x="2775" y="4965"/>
                    <a:pt x="2942" y="5024"/>
                    <a:pt x="3073" y="5120"/>
                  </a:cubicBezTo>
                  <a:cubicBezTo>
                    <a:pt x="3099" y="5137"/>
                    <a:pt x="3128" y="5145"/>
                    <a:pt x="3157" y="5145"/>
                  </a:cubicBezTo>
                  <a:cubicBezTo>
                    <a:pt x="3206" y="5145"/>
                    <a:pt x="3253" y="5122"/>
                    <a:pt x="3275" y="5084"/>
                  </a:cubicBezTo>
                  <a:lnTo>
                    <a:pt x="3454" y="4905"/>
                  </a:lnTo>
                  <a:lnTo>
                    <a:pt x="3740" y="5191"/>
                  </a:lnTo>
                  <a:lnTo>
                    <a:pt x="3561" y="5370"/>
                  </a:lnTo>
                  <a:cubicBezTo>
                    <a:pt x="3501" y="5429"/>
                    <a:pt x="3490" y="5525"/>
                    <a:pt x="3537" y="5584"/>
                  </a:cubicBezTo>
                  <a:cubicBezTo>
                    <a:pt x="3620" y="5727"/>
                    <a:pt x="3680" y="5882"/>
                    <a:pt x="3728" y="6036"/>
                  </a:cubicBezTo>
                  <a:cubicBezTo>
                    <a:pt x="3740" y="6120"/>
                    <a:pt x="3811" y="6179"/>
                    <a:pt x="3894" y="6179"/>
                  </a:cubicBezTo>
                  <a:lnTo>
                    <a:pt x="4132" y="6179"/>
                  </a:lnTo>
                  <a:lnTo>
                    <a:pt x="4132" y="6572"/>
                  </a:lnTo>
                  <a:lnTo>
                    <a:pt x="3894" y="6572"/>
                  </a:lnTo>
                  <a:cubicBezTo>
                    <a:pt x="3811" y="6572"/>
                    <a:pt x="3740" y="6632"/>
                    <a:pt x="3728" y="6715"/>
                  </a:cubicBezTo>
                  <a:cubicBezTo>
                    <a:pt x="3680" y="6870"/>
                    <a:pt x="3620" y="7037"/>
                    <a:pt x="3537" y="7168"/>
                  </a:cubicBezTo>
                  <a:cubicBezTo>
                    <a:pt x="3490" y="7251"/>
                    <a:pt x="3501" y="7334"/>
                    <a:pt x="3561" y="7382"/>
                  </a:cubicBezTo>
                  <a:lnTo>
                    <a:pt x="3740" y="7560"/>
                  </a:lnTo>
                  <a:lnTo>
                    <a:pt x="3454" y="7834"/>
                  </a:lnTo>
                  <a:lnTo>
                    <a:pt x="3275" y="7656"/>
                  </a:lnTo>
                  <a:cubicBezTo>
                    <a:pt x="3238" y="7626"/>
                    <a:pt x="3193" y="7606"/>
                    <a:pt x="3149" y="7606"/>
                  </a:cubicBezTo>
                  <a:cubicBezTo>
                    <a:pt x="3122" y="7606"/>
                    <a:pt x="3096" y="7614"/>
                    <a:pt x="3073" y="7632"/>
                  </a:cubicBezTo>
                  <a:cubicBezTo>
                    <a:pt x="2918" y="7727"/>
                    <a:pt x="2775" y="7787"/>
                    <a:pt x="2608" y="7822"/>
                  </a:cubicBezTo>
                  <a:cubicBezTo>
                    <a:pt x="2537" y="7846"/>
                    <a:pt x="2477" y="7918"/>
                    <a:pt x="2477" y="7989"/>
                  </a:cubicBezTo>
                  <a:lnTo>
                    <a:pt x="2477" y="8227"/>
                  </a:lnTo>
                  <a:lnTo>
                    <a:pt x="2073" y="8227"/>
                  </a:lnTo>
                  <a:lnTo>
                    <a:pt x="2073" y="7989"/>
                  </a:lnTo>
                  <a:cubicBezTo>
                    <a:pt x="2073" y="7918"/>
                    <a:pt x="2013" y="7846"/>
                    <a:pt x="1942" y="7822"/>
                  </a:cubicBezTo>
                  <a:cubicBezTo>
                    <a:pt x="1775" y="7787"/>
                    <a:pt x="1608" y="7727"/>
                    <a:pt x="1477" y="7632"/>
                  </a:cubicBezTo>
                  <a:cubicBezTo>
                    <a:pt x="1450" y="7614"/>
                    <a:pt x="1419" y="7606"/>
                    <a:pt x="1390" y="7606"/>
                  </a:cubicBezTo>
                  <a:cubicBezTo>
                    <a:pt x="1342" y="7606"/>
                    <a:pt x="1297" y="7626"/>
                    <a:pt x="1275" y="7656"/>
                  </a:cubicBezTo>
                  <a:lnTo>
                    <a:pt x="1096" y="7834"/>
                  </a:lnTo>
                  <a:lnTo>
                    <a:pt x="811" y="7560"/>
                  </a:lnTo>
                  <a:lnTo>
                    <a:pt x="989" y="7382"/>
                  </a:lnTo>
                  <a:cubicBezTo>
                    <a:pt x="1049" y="7322"/>
                    <a:pt x="1061" y="7227"/>
                    <a:pt x="1013" y="7168"/>
                  </a:cubicBezTo>
                  <a:cubicBezTo>
                    <a:pt x="930" y="7025"/>
                    <a:pt x="870" y="6870"/>
                    <a:pt x="823" y="6715"/>
                  </a:cubicBezTo>
                  <a:cubicBezTo>
                    <a:pt x="811" y="6632"/>
                    <a:pt x="739" y="6572"/>
                    <a:pt x="656" y="6572"/>
                  </a:cubicBezTo>
                  <a:lnTo>
                    <a:pt x="418" y="6572"/>
                  </a:lnTo>
                  <a:lnTo>
                    <a:pt x="418" y="6179"/>
                  </a:lnTo>
                  <a:lnTo>
                    <a:pt x="656" y="6179"/>
                  </a:lnTo>
                  <a:cubicBezTo>
                    <a:pt x="739" y="6179"/>
                    <a:pt x="811" y="6120"/>
                    <a:pt x="823" y="6036"/>
                  </a:cubicBezTo>
                  <a:cubicBezTo>
                    <a:pt x="870" y="5882"/>
                    <a:pt x="930" y="5715"/>
                    <a:pt x="1013" y="5584"/>
                  </a:cubicBezTo>
                  <a:cubicBezTo>
                    <a:pt x="1061" y="5501"/>
                    <a:pt x="1049" y="5417"/>
                    <a:pt x="989" y="5370"/>
                  </a:cubicBezTo>
                  <a:lnTo>
                    <a:pt x="811" y="5191"/>
                  </a:lnTo>
                  <a:lnTo>
                    <a:pt x="1096" y="4905"/>
                  </a:lnTo>
                  <a:lnTo>
                    <a:pt x="1275" y="5084"/>
                  </a:lnTo>
                  <a:cubicBezTo>
                    <a:pt x="1313" y="5122"/>
                    <a:pt x="1360" y="5145"/>
                    <a:pt x="1405" y="5145"/>
                  </a:cubicBezTo>
                  <a:cubicBezTo>
                    <a:pt x="1430" y="5145"/>
                    <a:pt x="1456" y="5137"/>
                    <a:pt x="1477" y="5120"/>
                  </a:cubicBezTo>
                  <a:cubicBezTo>
                    <a:pt x="1632" y="5024"/>
                    <a:pt x="1775" y="4965"/>
                    <a:pt x="1942" y="4929"/>
                  </a:cubicBezTo>
                  <a:cubicBezTo>
                    <a:pt x="2013" y="4905"/>
                    <a:pt x="2073" y="4834"/>
                    <a:pt x="2073" y="4763"/>
                  </a:cubicBezTo>
                  <a:lnTo>
                    <a:pt x="2073" y="4524"/>
                  </a:lnTo>
                  <a:close/>
                  <a:moveTo>
                    <a:pt x="1715" y="0"/>
                  </a:moveTo>
                  <a:cubicBezTo>
                    <a:pt x="1632" y="0"/>
                    <a:pt x="1537" y="71"/>
                    <a:pt x="1537" y="179"/>
                  </a:cubicBezTo>
                  <a:lnTo>
                    <a:pt x="1537" y="881"/>
                  </a:lnTo>
                  <a:cubicBezTo>
                    <a:pt x="1537" y="964"/>
                    <a:pt x="1608" y="1060"/>
                    <a:pt x="1715" y="1060"/>
                  </a:cubicBezTo>
                  <a:lnTo>
                    <a:pt x="1835" y="1060"/>
                  </a:lnTo>
                  <a:lnTo>
                    <a:pt x="1835" y="4155"/>
                  </a:lnTo>
                  <a:cubicBezTo>
                    <a:pt x="1751" y="4167"/>
                    <a:pt x="1692" y="4239"/>
                    <a:pt x="1692" y="4310"/>
                  </a:cubicBezTo>
                  <a:lnTo>
                    <a:pt x="1692" y="4596"/>
                  </a:lnTo>
                  <a:cubicBezTo>
                    <a:pt x="1585" y="4632"/>
                    <a:pt x="1477" y="4667"/>
                    <a:pt x="1370" y="4727"/>
                  </a:cubicBezTo>
                  <a:lnTo>
                    <a:pt x="1168" y="4524"/>
                  </a:lnTo>
                  <a:cubicBezTo>
                    <a:pt x="1132" y="4489"/>
                    <a:pt x="1096" y="4477"/>
                    <a:pt x="1049" y="4477"/>
                  </a:cubicBezTo>
                  <a:cubicBezTo>
                    <a:pt x="1001" y="4477"/>
                    <a:pt x="953" y="4489"/>
                    <a:pt x="930" y="4524"/>
                  </a:cubicBezTo>
                  <a:lnTo>
                    <a:pt x="394" y="5060"/>
                  </a:lnTo>
                  <a:cubicBezTo>
                    <a:pt x="322" y="5132"/>
                    <a:pt x="322" y="5239"/>
                    <a:pt x="394" y="5310"/>
                  </a:cubicBezTo>
                  <a:lnTo>
                    <a:pt x="596" y="5525"/>
                  </a:lnTo>
                  <a:cubicBezTo>
                    <a:pt x="537" y="5620"/>
                    <a:pt x="501" y="5727"/>
                    <a:pt x="465" y="5834"/>
                  </a:cubicBezTo>
                  <a:lnTo>
                    <a:pt x="180" y="5834"/>
                  </a:lnTo>
                  <a:cubicBezTo>
                    <a:pt x="96" y="5834"/>
                    <a:pt x="1" y="5906"/>
                    <a:pt x="1" y="6013"/>
                  </a:cubicBezTo>
                  <a:lnTo>
                    <a:pt x="1" y="6751"/>
                  </a:lnTo>
                  <a:cubicBezTo>
                    <a:pt x="1" y="6846"/>
                    <a:pt x="84" y="6929"/>
                    <a:pt x="180" y="6929"/>
                  </a:cubicBezTo>
                  <a:lnTo>
                    <a:pt x="465" y="6929"/>
                  </a:lnTo>
                  <a:cubicBezTo>
                    <a:pt x="501" y="7037"/>
                    <a:pt x="537" y="7144"/>
                    <a:pt x="596" y="7251"/>
                  </a:cubicBezTo>
                  <a:lnTo>
                    <a:pt x="394" y="7453"/>
                  </a:lnTo>
                  <a:cubicBezTo>
                    <a:pt x="322" y="7525"/>
                    <a:pt x="322" y="7632"/>
                    <a:pt x="394" y="7703"/>
                  </a:cubicBezTo>
                  <a:lnTo>
                    <a:pt x="930" y="8239"/>
                  </a:lnTo>
                  <a:cubicBezTo>
                    <a:pt x="965" y="8281"/>
                    <a:pt x="1010" y="8302"/>
                    <a:pt x="1055" y="8302"/>
                  </a:cubicBezTo>
                  <a:cubicBezTo>
                    <a:pt x="1099" y="8302"/>
                    <a:pt x="1144" y="8281"/>
                    <a:pt x="1180" y="8239"/>
                  </a:cubicBezTo>
                  <a:lnTo>
                    <a:pt x="1394" y="8037"/>
                  </a:lnTo>
                  <a:cubicBezTo>
                    <a:pt x="1489" y="8096"/>
                    <a:pt x="1596" y="8144"/>
                    <a:pt x="1704" y="8168"/>
                  </a:cubicBezTo>
                  <a:lnTo>
                    <a:pt x="1704" y="8453"/>
                  </a:lnTo>
                  <a:cubicBezTo>
                    <a:pt x="1704" y="8537"/>
                    <a:pt x="1775" y="8632"/>
                    <a:pt x="1882" y="8632"/>
                  </a:cubicBezTo>
                  <a:lnTo>
                    <a:pt x="2620" y="8632"/>
                  </a:lnTo>
                  <a:cubicBezTo>
                    <a:pt x="2716" y="8632"/>
                    <a:pt x="2799" y="8549"/>
                    <a:pt x="2799" y="8453"/>
                  </a:cubicBezTo>
                  <a:lnTo>
                    <a:pt x="2799" y="8168"/>
                  </a:lnTo>
                  <a:cubicBezTo>
                    <a:pt x="2906" y="8144"/>
                    <a:pt x="3013" y="8096"/>
                    <a:pt x="3120" y="8037"/>
                  </a:cubicBezTo>
                  <a:lnTo>
                    <a:pt x="3323" y="8239"/>
                  </a:lnTo>
                  <a:cubicBezTo>
                    <a:pt x="3359" y="8281"/>
                    <a:pt x="3403" y="8302"/>
                    <a:pt x="3448" y="8302"/>
                  </a:cubicBezTo>
                  <a:cubicBezTo>
                    <a:pt x="3492" y="8302"/>
                    <a:pt x="3537" y="8281"/>
                    <a:pt x="3573" y="8239"/>
                  </a:cubicBezTo>
                  <a:lnTo>
                    <a:pt x="4109" y="7703"/>
                  </a:lnTo>
                  <a:cubicBezTo>
                    <a:pt x="4192" y="7632"/>
                    <a:pt x="4192" y="7525"/>
                    <a:pt x="4109" y="7453"/>
                  </a:cubicBezTo>
                  <a:lnTo>
                    <a:pt x="3906" y="7251"/>
                  </a:lnTo>
                  <a:cubicBezTo>
                    <a:pt x="3906" y="7227"/>
                    <a:pt x="3918" y="7227"/>
                    <a:pt x="3918" y="7215"/>
                  </a:cubicBezTo>
                  <a:lnTo>
                    <a:pt x="10871" y="7215"/>
                  </a:lnTo>
                  <a:cubicBezTo>
                    <a:pt x="10955" y="7215"/>
                    <a:pt x="11050" y="7144"/>
                    <a:pt x="11050" y="7037"/>
                  </a:cubicBezTo>
                  <a:lnTo>
                    <a:pt x="11050" y="6358"/>
                  </a:lnTo>
                  <a:cubicBezTo>
                    <a:pt x="11050" y="6263"/>
                    <a:pt x="10979" y="6179"/>
                    <a:pt x="10871" y="6179"/>
                  </a:cubicBezTo>
                  <a:lnTo>
                    <a:pt x="10752" y="6179"/>
                  </a:lnTo>
                  <a:lnTo>
                    <a:pt x="10752" y="1060"/>
                  </a:lnTo>
                  <a:lnTo>
                    <a:pt x="10836" y="1060"/>
                  </a:lnTo>
                  <a:cubicBezTo>
                    <a:pt x="10931" y="1060"/>
                    <a:pt x="11014" y="976"/>
                    <a:pt x="11014" y="881"/>
                  </a:cubicBezTo>
                  <a:lnTo>
                    <a:pt x="11014" y="179"/>
                  </a:lnTo>
                  <a:cubicBezTo>
                    <a:pt x="11014" y="83"/>
                    <a:pt x="10943" y="0"/>
                    <a:pt x="10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12034;p20">
              <a:extLst>
                <a:ext uri="{FF2B5EF4-FFF2-40B4-BE49-F238E27FC236}">
                  <a16:creationId xmlns:a16="http://schemas.microsoft.com/office/drawing/2014/main" id="{53116844-B8A8-4227-8F51-C978EEFEC759}"/>
                </a:ext>
              </a:extLst>
            </p:cNvPr>
            <p:cNvSpPr/>
            <p:nvPr/>
          </p:nvSpPr>
          <p:spPr>
            <a:xfrm>
              <a:off x="5784799" y="2125234"/>
              <a:ext cx="33390" cy="70503"/>
            </a:xfrm>
            <a:custGeom>
              <a:avLst/>
              <a:gdLst/>
              <a:ahLst/>
              <a:cxnLst/>
              <a:rect l="l" t="t" r="r" b="b"/>
              <a:pathLst>
                <a:path w="1049" h="2215" extrusionOk="0">
                  <a:moveTo>
                    <a:pt x="691" y="334"/>
                  </a:moveTo>
                  <a:lnTo>
                    <a:pt x="691" y="1858"/>
                  </a:lnTo>
                  <a:lnTo>
                    <a:pt x="334" y="1858"/>
                  </a:lnTo>
                  <a:lnTo>
                    <a:pt x="334" y="334"/>
                  </a:lnTo>
                  <a:close/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lnTo>
                    <a:pt x="1" y="2036"/>
                  </a:lnTo>
                  <a:cubicBezTo>
                    <a:pt x="1" y="2120"/>
                    <a:pt x="72" y="2215"/>
                    <a:pt x="179" y="2215"/>
                  </a:cubicBezTo>
                  <a:lnTo>
                    <a:pt x="870" y="2215"/>
                  </a:lnTo>
                  <a:cubicBezTo>
                    <a:pt x="965" y="2215"/>
                    <a:pt x="1049" y="2144"/>
                    <a:pt x="1049" y="2036"/>
                  </a:cubicBezTo>
                  <a:lnTo>
                    <a:pt x="1049" y="179"/>
                  </a:lnTo>
                  <a:cubicBezTo>
                    <a:pt x="1049" y="72"/>
                    <a:pt x="965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12035;p20">
              <a:extLst>
                <a:ext uri="{FF2B5EF4-FFF2-40B4-BE49-F238E27FC236}">
                  <a16:creationId xmlns:a16="http://schemas.microsoft.com/office/drawing/2014/main" id="{D35B716B-8798-4669-B61C-FF7878D04C80}"/>
                </a:ext>
              </a:extLst>
            </p:cNvPr>
            <p:cNvSpPr/>
            <p:nvPr/>
          </p:nvSpPr>
          <p:spPr>
            <a:xfrm>
              <a:off x="5824236" y="2097956"/>
              <a:ext cx="33740" cy="97782"/>
            </a:xfrm>
            <a:custGeom>
              <a:avLst/>
              <a:gdLst/>
              <a:ahLst/>
              <a:cxnLst/>
              <a:rect l="l" t="t" r="r" b="b"/>
              <a:pathLst>
                <a:path w="1060" h="3072" extrusionOk="0">
                  <a:moveTo>
                    <a:pt x="703" y="345"/>
                  </a:moveTo>
                  <a:lnTo>
                    <a:pt x="703" y="2715"/>
                  </a:lnTo>
                  <a:lnTo>
                    <a:pt x="345" y="2715"/>
                  </a:lnTo>
                  <a:lnTo>
                    <a:pt x="345" y="345"/>
                  </a:lnTo>
                  <a:close/>
                  <a:moveTo>
                    <a:pt x="179" y="0"/>
                  </a:moveTo>
                  <a:cubicBezTo>
                    <a:pt x="95" y="0"/>
                    <a:pt x="0" y="84"/>
                    <a:pt x="0" y="179"/>
                  </a:cubicBezTo>
                  <a:lnTo>
                    <a:pt x="0" y="2893"/>
                  </a:lnTo>
                  <a:cubicBezTo>
                    <a:pt x="0" y="2977"/>
                    <a:pt x="83" y="3072"/>
                    <a:pt x="179" y="3072"/>
                  </a:cubicBezTo>
                  <a:lnTo>
                    <a:pt x="881" y="3072"/>
                  </a:lnTo>
                  <a:cubicBezTo>
                    <a:pt x="976" y="3072"/>
                    <a:pt x="1060" y="3001"/>
                    <a:pt x="1060" y="2893"/>
                  </a:cubicBezTo>
                  <a:lnTo>
                    <a:pt x="1060" y="179"/>
                  </a:lnTo>
                  <a:cubicBezTo>
                    <a:pt x="1048" y="84"/>
                    <a:pt x="976" y="0"/>
                    <a:pt x="8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" name="Google Shape;12036;p20">
              <a:extLst>
                <a:ext uri="{FF2B5EF4-FFF2-40B4-BE49-F238E27FC236}">
                  <a16:creationId xmlns:a16="http://schemas.microsoft.com/office/drawing/2014/main" id="{E81E5306-6C81-4F87-A260-247BC32469C9}"/>
                </a:ext>
              </a:extLst>
            </p:cNvPr>
            <p:cNvSpPr/>
            <p:nvPr/>
          </p:nvSpPr>
          <p:spPr>
            <a:xfrm>
              <a:off x="5864024" y="2111961"/>
              <a:ext cx="33740" cy="83426"/>
            </a:xfrm>
            <a:custGeom>
              <a:avLst/>
              <a:gdLst/>
              <a:ahLst/>
              <a:cxnLst/>
              <a:rect l="l" t="t" r="r" b="b"/>
              <a:pathLst>
                <a:path w="1060" h="2621" extrusionOk="0">
                  <a:moveTo>
                    <a:pt x="703" y="358"/>
                  </a:moveTo>
                  <a:lnTo>
                    <a:pt x="703" y="2275"/>
                  </a:lnTo>
                  <a:lnTo>
                    <a:pt x="346" y="2275"/>
                  </a:lnTo>
                  <a:lnTo>
                    <a:pt x="346" y="358"/>
                  </a:lnTo>
                  <a:close/>
                  <a:moveTo>
                    <a:pt x="191" y="1"/>
                  </a:moveTo>
                  <a:cubicBezTo>
                    <a:pt x="96" y="1"/>
                    <a:pt x="0" y="72"/>
                    <a:pt x="0" y="179"/>
                  </a:cubicBezTo>
                  <a:lnTo>
                    <a:pt x="0" y="2442"/>
                  </a:lnTo>
                  <a:cubicBezTo>
                    <a:pt x="0" y="2525"/>
                    <a:pt x="84" y="2620"/>
                    <a:pt x="191" y="2620"/>
                  </a:cubicBezTo>
                  <a:lnTo>
                    <a:pt x="881" y="2620"/>
                  </a:lnTo>
                  <a:cubicBezTo>
                    <a:pt x="977" y="2620"/>
                    <a:pt x="1060" y="2537"/>
                    <a:pt x="1060" y="2442"/>
                  </a:cubicBezTo>
                  <a:lnTo>
                    <a:pt x="1060" y="179"/>
                  </a:lnTo>
                  <a:cubicBezTo>
                    <a:pt x="1048" y="84"/>
                    <a:pt x="977" y="1"/>
                    <a:pt x="8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12037;p20">
              <a:extLst>
                <a:ext uri="{FF2B5EF4-FFF2-40B4-BE49-F238E27FC236}">
                  <a16:creationId xmlns:a16="http://schemas.microsoft.com/office/drawing/2014/main" id="{2DA9D1B4-573A-4FB1-B179-74250D5E79E8}"/>
                </a:ext>
              </a:extLst>
            </p:cNvPr>
            <p:cNvSpPr/>
            <p:nvPr/>
          </p:nvSpPr>
          <p:spPr>
            <a:xfrm>
              <a:off x="5904193" y="2065744"/>
              <a:ext cx="33390" cy="129644"/>
            </a:xfrm>
            <a:custGeom>
              <a:avLst/>
              <a:gdLst/>
              <a:ahLst/>
              <a:cxnLst/>
              <a:rect l="l" t="t" r="r" b="b"/>
              <a:pathLst>
                <a:path w="1049" h="4073" extrusionOk="0">
                  <a:moveTo>
                    <a:pt x="691" y="357"/>
                  </a:moveTo>
                  <a:lnTo>
                    <a:pt x="691" y="3727"/>
                  </a:lnTo>
                  <a:lnTo>
                    <a:pt x="334" y="3727"/>
                  </a:lnTo>
                  <a:lnTo>
                    <a:pt x="334" y="357"/>
                  </a:lnTo>
                  <a:close/>
                  <a:moveTo>
                    <a:pt x="179" y="0"/>
                  </a:moveTo>
                  <a:cubicBezTo>
                    <a:pt x="72" y="24"/>
                    <a:pt x="0" y="95"/>
                    <a:pt x="0" y="179"/>
                  </a:cubicBezTo>
                  <a:lnTo>
                    <a:pt x="0" y="3894"/>
                  </a:lnTo>
                  <a:cubicBezTo>
                    <a:pt x="0" y="3977"/>
                    <a:pt x="72" y="4072"/>
                    <a:pt x="179" y="4072"/>
                  </a:cubicBezTo>
                  <a:lnTo>
                    <a:pt x="870" y="4072"/>
                  </a:lnTo>
                  <a:cubicBezTo>
                    <a:pt x="965" y="4072"/>
                    <a:pt x="1048" y="3989"/>
                    <a:pt x="1048" y="3894"/>
                  </a:cubicBezTo>
                  <a:lnTo>
                    <a:pt x="1048" y="179"/>
                  </a:lnTo>
                  <a:cubicBezTo>
                    <a:pt x="1048" y="95"/>
                    <a:pt x="977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12038;p20">
              <a:extLst>
                <a:ext uri="{FF2B5EF4-FFF2-40B4-BE49-F238E27FC236}">
                  <a16:creationId xmlns:a16="http://schemas.microsoft.com/office/drawing/2014/main" id="{BA745D61-42B9-49D0-ADEF-AD8B39E3A5E9}"/>
                </a:ext>
              </a:extLst>
            </p:cNvPr>
            <p:cNvSpPr/>
            <p:nvPr/>
          </p:nvSpPr>
          <p:spPr>
            <a:xfrm>
              <a:off x="5713563" y="2080131"/>
              <a:ext cx="40965" cy="11395"/>
            </a:xfrm>
            <a:custGeom>
              <a:avLst/>
              <a:gdLst/>
              <a:ahLst/>
              <a:cxnLst/>
              <a:rect l="l" t="t" r="r" b="b"/>
              <a:pathLst>
                <a:path w="1287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2" y="263"/>
                    <a:pt x="96" y="358"/>
                    <a:pt x="179" y="358"/>
                  </a:cubicBezTo>
                  <a:lnTo>
                    <a:pt x="1108" y="358"/>
                  </a:lnTo>
                  <a:cubicBezTo>
                    <a:pt x="1191" y="358"/>
                    <a:pt x="1286" y="286"/>
                    <a:pt x="1286" y="179"/>
                  </a:cubicBezTo>
                  <a:cubicBezTo>
                    <a:pt x="1286" y="72"/>
                    <a:pt x="1203" y="1"/>
                    <a:pt x="1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12039;p20">
              <a:extLst>
                <a:ext uri="{FF2B5EF4-FFF2-40B4-BE49-F238E27FC236}">
                  <a16:creationId xmlns:a16="http://schemas.microsoft.com/office/drawing/2014/main" id="{6585C523-D4AC-4378-B34E-33770B8D2315}"/>
                </a:ext>
              </a:extLst>
            </p:cNvPr>
            <p:cNvSpPr/>
            <p:nvPr/>
          </p:nvSpPr>
          <p:spPr>
            <a:xfrm>
              <a:off x="5713945" y="2097574"/>
              <a:ext cx="56880" cy="11395"/>
            </a:xfrm>
            <a:custGeom>
              <a:avLst/>
              <a:gdLst/>
              <a:ahLst/>
              <a:cxnLst/>
              <a:rect l="l" t="t" r="r" b="b"/>
              <a:pathLst>
                <a:path w="1787" h="358" extrusionOk="0">
                  <a:moveTo>
                    <a:pt x="179" y="0"/>
                  </a:moveTo>
                  <a:cubicBezTo>
                    <a:pt x="96" y="0"/>
                    <a:pt x="0" y="72"/>
                    <a:pt x="0" y="179"/>
                  </a:cubicBezTo>
                  <a:cubicBezTo>
                    <a:pt x="0" y="274"/>
                    <a:pt x="84" y="357"/>
                    <a:pt x="179" y="357"/>
                  </a:cubicBezTo>
                  <a:lnTo>
                    <a:pt x="1608" y="357"/>
                  </a:lnTo>
                  <a:cubicBezTo>
                    <a:pt x="1703" y="357"/>
                    <a:pt x="1786" y="286"/>
                    <a:pt x="1786" y="179"/>
                  </a:cubicBezTo>
                  <a:cubicBezTo>
                    <a:pt x="1774" y="72"/>
                    <a:pt x="1703" y="0"/>
                    <a:pt x="16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" name="Google Shape;12040;p20">
              <a:extLst>
                <a:ext uri="{FF2B5EF4-FFF2-40B4-BE49-F238E27FC236}">
                  <a16:creationId xmlns:a16="http://schemas.microsoft.com/office/drawing/2014/main" id="{F286764A-8C51-4C6A-BF7F-E68267169125}"/>
                </a:ext>
              </a:extLst>
            </p:cNvPr>
            <p:cNvSpPr/>
            <p:nvPr/>
          </p:nvSpPr>
          <p:spPr>
            <a:xfrm>
              <a:off x="5713945" y="2114985"/>
              <a:ext cx="56880" cy="11427"/>
            </a:xfrm>
            <a:custGeom>
              <a:avLst/>
              <a:gdLst/>
              <a:ahLst/>
              <a:cxnLst/>
              <a:rect l="l" t="t" r="r" b="b"/>
              <a:pathLst>
                <a:path w="1787" h="359" extrusionOk="0">
                  <a:moveTo>
                    <a:pt x="179" y="1"/>
                  </a:moveTo>
                  <a:cubicBezTo>
                    <a:pt x="96" y="1"/>
                    <a:pt x="0" y="84"/>
                    <a:pt x="0" y="180"/>
                  </a:cubicBezTo>
                  <a:cubicBezTo>
                    <a:pt x="0" y="275"/>
                    <a:pt x="84" y="358"/>
                    <a:pt x="179" y="358"/>
                  </a:cubicBezTo>
                  <a:lnTo>
                    <a:pt x="1608" y="358"/>
                  </a:lnTo>
                  <a:cubicBezTo>
                    <a:pt x="1703" y="358"/>
                    <a:pt x="1786" y="287"/>
                    <a:pt x="1786" y="180"/>
                  </a:cubicBezTo>
                  <a:cubicBezTo>
                    <a:pt x="1774" y="84"/>
                    <a:pt x="1703" y="1"/>
                    <a:pt x="1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12041;p20">
              <a:extLst>
                <a:ext uri="{FF2B5EF4-FFF2-40B4-BE49-F238E27FC236}">
                  <a16:creationId xmlns:a16="http://schemas.microsoft.com/office/drawing/2014/main" id="{1B63EEEB-9465-4320-8387-643AAB083DD0}"/>
                </a:ext>
              </a:extLst>
            </p:cNvPr>
            <p:cNvSpPr/>
            <p:nvPr/>
          </p:nvSpPr>
          <p:spPr>
            <a:xfrm>
              <a:off x="5713945" y="2132810"/>
              <a:ext cx="56880" cy="11013"/>
            </a:xfrm>
            <a:custGeom>
              <a:avLst/>
              <a:gdLst/>
              <a:ahLst/>
              <a:cxnLst/>
              <a:rect l="l" t="t" r="r" b="b"/>
              <a:pathLst>
                <a:path w="1787" h="346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46"/>
                    <a:pt x="179" y="346"/>
                  </a:cubicBezTo>
                  <a:lnTo>
                    <a:pt x="1608" y="346"/>
                  </a:lnTo>
                  <a:cubicBezTo>
                    <a:pt x="1703" y="346"/>
                    <a:pt x="1786" y="274"/>
                    <a:pt x="1786" y="179"/>
                  </a:cubicBezTo>
                  <a:cubicBezTo>
                    <a:pt x="1774" y="72"/>
                    <a:pt x="1703" y="1"/>
                    <a:pt x="1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" name="Google Shape;12042;p20">
              <a:extLst>
                <a:ext uri="{FF2B5EF4-FFF2-40B4-BE49-F238E27FC236}">
                  <a16:creationId xmlns:a16="http://schemas.microsoft.com/office/drawing/2014/main" id="{44CE44B7-2251-4EA4-8591-75BA1806D968}"/>
                </a:ext>
              </a:extLst>
            </p:cNvPr>
            <p:cNvSpPr/>
            <p:nvPr/>
          </p:nvSpPr>
          <p:spPr>
            <a:xfrm>
              <a:off x="5663526" y="2182464"/>
              <a:ext cx="69389" cy="68625"/>
            </a:xfrm>
            <a:custGeom>
              <a:avLst/>
              <a:gdLst/>
              <a:ahLst/>
              <a:cxnLst/>
              <a:rect l="l" t="t" r="r" b="b"/>
              <a:pathLst>
                <a:path w="2180" h="2156" extrusionOk="0">
                  <a:moveTo>
                    <a:pt x="1084" y="0"/>
                  </a:moveTo>
                  <a:cubicBezTo>
                    <a:pt x="489" y="0"/>
                    <a:pt x="1" y="488"/>
                    <a:pt x="1" y="1084"/>
                  </a:cubicBezTo>
                  <a:cubicBezTo>
                    <a:pt x="1" y="1322"/>
                    <a:pt x="72" y="1548"/>
                    <a:pt x="215" y="1739"/>
                  </a:cubicBezTo>
                  <a:cubicBezTo>
                    <a:pt x="250" y="1780"/>
                    <a:pt x="300" y="1806"/>
                    <a:pt x="351" y="1806"/>
                  </a:cubicBezTo>
                  <a:cubicBezTo>
                    <a:pt x="387" y="1806"/>
                    <a:pt x="423" y="1792"/>
                    <a:pt x="453" y="1762"/>
                  </a:cubicBezTo>
                  <a:cubicBezTo>
                    <a:pt x="537" y="1715"/>
                    <a:pt x="549" y="1608"/>
                    <a:pt x="489" y="1524"/>
                  </a:cubicBezTo>
                  <a:cubicBezTo>
                    <a:pt x="382" y="1393"/>
                    <a:pt x="334" y="1250"/>
                    <a:pt x="334" y="1084"/>
                  </a:cubicBezTo>
                  <a:cubicBezTo>
                    <a:pt x="334" y="679"/>
                    <a:pt x="668" y="334"/>
                    <a:pt x="1084" y="334"/>
                  </a:cubicBezTo>
                  <a:cubicBezTo>
                    <a:pt x="1489" y="334"/>
                    <a:pt x="1823" y="667"/>
                    <a:pt x="1823" y="1084"/>
                  </a:cubicBezTo>
                  <a:cubicBezTo>
                    <a:pt x="1823" y="1334"/>
                    <a:pt x="1703" y="1560"/>
                    <a:pt x="1501" y="1691"/>
                  </a:cubicBezTo>
                  <a:cubicBezTo>
                    <a:pt x="1489" y="1691"/>
                    <a:pt x="1489" y="1715"/>
                    <a:pt x="1465" y="1715"/>
                  </a:cubicBezTo>
                  <a:lnTo>
                    <a:pt x="1453" y="1715"/>
                  </a:lnTo>
                  <a:lnTo>
                    <a:pt x="1442" y="1727"/>
                  </a:lnTo>
                  <a:lnTo>
                    <a:pt x="1430" y="1727"/>
                  </a:lnTo>
                  <a:cubicBezTo>
                    <a:pt x="1406" y="1727"/>
                    <a:pt x="1406" y="1739"/>
                    <a:pt x="1394" y="1739"/>
                  </a:cubicBezTo>
                  <a:cubicBezTo>
                    <a:pt x="1382" y="1739"/>
                    <a:pt x="1382" y="1751"/>
                    <a:pt x="1370" y="1751"/>
                  </a:cubicBezTo>
                  <a:lnTo>
                    <a:pt x="1346" y="1751"/>
                  </a:lnTo>
                  <a:cubicBezTo>
                    <a:pt x="1346" y="1751"/>
                    <a:pt x="1334" y="1751"/>
                    <a:pt x="1334" y="1774"/>
                  </a:cubicBezTo>
                  <a:lnTo>
                    <a:pt x="1322" y="1774"/>
                  </a:lnTo>
                  <a:cubicBezTo>
                    <a:pt x="1311" y="1774"/>
                    <a:pt x="1311" y="1774"/>
                    <a:pt x="1287" y="1786"/>
                  </a:cubicBezTo>
                  <a:cubicBezTo>
                    <a:pt x="1275" y="1786"/>
                    <a:pt x="1275" y="1786"/>
                    <a:pt x="1263" y="1798"/>
                  </a:cubicBezTo>
                  <a:lnTo>
                    <a:pt x="834" y="1798"/>
                  </a:lnTo>
                  <a:cubicBezTo>
                    <a:pt x="811" y="1798"/>
                    <a:pt x="811" y="1798"/>
                    <a:pt x="799" y="1786"/>
                  </a:cubicBezTo>
                  <a:cubicBezTo>
                    <a:pt x="787" y="1786"/>
                    <a:pt x="787" y="1786"/>
                    <a:pt x="775" y="1774"/>
                  </a:cubicBezTo>
                  <a:lnTo>
                    <a:pt x="751" y="1774"/>
                  </a:lnTo>
                  <a:cubicBezTo>
                    <a:pt x="732" y="1766"/>
                    <a:pt x="712" y="1762"/>
                    <a:pt x="691" y="1762"/>
                  </a:cubicBezTo>
                  <a:cubicBezTo>
                    <a:pt x="623" y="1762"/>
                    <a:pt x="555" y="1805"/>
                    <a:pt x="537" y="1870"/>
                  </a:cubicBezTo>
                  <a:cubicBezTo>
                    <a:pt x="501" y="1965"/>
                    <a:pt x="549" y="2072"/>
                    <a:pt x="632" y="2096"/>
                  </a:cubicBezTo>
                  <a:lnTo>
                    <a:pt x="656" y="2096"/>
                  </a:lnTo>
                  <a:cubicBezTo>
                    <a:pt x="668" y="2096"/>
                    <a:pt x="680" y="2108"/>
                    <a:pt x="691" y="2108"/>
                  </a:cubicBezTo>
                  <a:cubicBezTo>
                    <a:pt x="715" y="2108"/>
                    <a:pt x="727" y="2132"/>
                    <a:pt x="739" y="2132"/>
                  </a:cubicBezTo>
                  <a:lnTo>
                    <a:pt x="751" y="2132"/>
                  </a:lnTo>
                  <a:cubicBezTo>
                    <a:pt x="775" y="2132"/>
                    <a:pt x="787" y="2132"/>
                    <a:pt x="787" y="2143"/>
                  </a:cubicBezTo>
                  <a:lnTo>
                    <a:pt x="799" y="2143"/>
                  </a:lnTo>
                  <a:cubicBezTo>
                    <a:pt x="811" y="2143"/>
                    <a:pt x="834" y="2143"/>
                    <a:pt x="846" y="2155"/>
                  </a:cubicBezTo>
                  <a:lnTo>
                    <a:pt x="1156" y="2155"/>
                  </a:lnTo>
                  <a:cubicBezTo>
                    <a:pt x="1168" y="2155"/>
                    <a:pt x="1180" y="2155"/>
                    <a:pt x="1203" y="2143"/>
                  </a:cubicBezTo>
                  <a:lnTo>
                    <a:pt x="1215" y="2143"/>
                  </a:lnTo>
                  <a:cubicBezTo>
                    <a:pt x="1227" y="2143"/>
                    <a:pt x="1239" y="2143"/>
                    <a:pt x="1239" y="2132"/>
                  </a:cubicBezTo>
                  <a:lnTo>
                    <a:pt x="1263" y="2132"/>
                  </a:lnTo>
                  <a:cubicBezTo>
                    <a:pt x="1275" y="2132"/>
                    <a:pt x="1287" y="2108"/>
                    <a:pt x="1299" y="2108"/>
                  </a:cubicBezTo>
                  <a:cubicBezTo>
                    <a:pt x="1322" y="2108"/>
                    <a:pt x="1334" y="2096"/>
                    <a:pt x="1346" y="2096"/>
                  </a:cubicBezTo>
                  <a:lnTo>
                    <a:pt x="1358" y="2096"/>
                  </a:lnTo>
                  <a:cubicBezTo>
                    <a:pt x="1382" y="2096"/>
                    <a:pt x="1382" y="2084"/>
                    <a:pt x="1394" y="2084"/>
                  </a:cubicBezTo>
                  <a:lnTo>
                    <a:pt x="1406" y="2084"/>
                  </a:lnTo>
                  <a:cubicBezTo>
                    <a:pt x="1418" y="2084"/>
                    <a:pt x="1442" y="2072"/>
                    <a:pt x="1453" y="2072"/>
                  </a:cubicBezTo>
                  <a:cubicBezTo>
                    <a:pt x="1465" y="2072"/>
                    <a:pt x="1477" y="2048"/>
                    <a:pt x="1501" y="2048"/>
                  </a:cubicBezTo>
                  <a:lnTo>
                    <a:pt x="1513" y="2048"/>
                  </a:lnTo>
                  <a:cubicBezTo>
                    <a:pt x="1525" y="2048"/>
                    <a:pt x="1525" y="2036"/>
                    <a:pt x="1537" y="2036"/>
                  </a:cubicBezTo>
                  <a:lnTo>
                    <a:pt x="1561" y="2036"/>
                  </a:lnTo>
                  <a:cubicBezTo>
                    <a:pt x="1573" y="2024"/>
                    <a:pt x="1584" y="2024"/>
                    <a:pt x="1596" y="2012"/>
                  </a:cubicBezTo>
                  <a:cubicBezTo>
                    <a:pt x="1894" y="1798"/>
                    <a:pt x="2073" y="1465"/>
                    <a:pt x="2073" y="1096"/>
                  </a:cubicBezTo>
                  <a:cubicBezTo>
                    <a:pt x="2180" y="488"/>
                    <a:pt x="1692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9" name="Google Shape;9289;p16">
            <a:extLst>
              <a:ext uri="{FF2B5EF4-FFF2-40B4-BE49-F238E27FC236}">
                <a16:creationId xmlns:a16="http://schemas.microsoft.com/office/drawing/2014/main" id="{240866DA-1D1C-4C91-8530-04A8DE656E68}"/>
              </a:ext>
            </a:extLst>
          </p:cNvPr>
          <p:cNvGrpSpPr/>
          <p:nvPr/>
        </p:nvGrpSpPr>
        <p:grpSpPr>
          <a:xfrm>
            <a:off x="7909872" y="1764176"/>
            <a:ext cx="238770" cy="371841"/>
            <a:chOff x="2722090" y="2890162"/>
            <a:chExt cx="238770" cy="371841"/>
          </a:xfrm>
          <a:solidFill>
            <a:schemeClr val="bg1"/>
          </a:solidFill>
        </p:grpSpPr>
        <p:sp>
          <p:nvSpPr>
            <p:cNvPr id="150" name="Google Shape;9290;p16">
              <a:extLst>
                <a:ext uri="{FF2B5EF4-FFF2-40B4-BE49-F238E27FC236}">
                  <a16:creationId xmlns:a16="http://schemas.microsoft.com/office/drawing/2014/main" id="{C225B966-16B6-4CDC-9F17-955555A041BA}"/>
                </a:ext>
              </a:extLst>
            </p:cNvPr>
            <p:cNvSpPr/>
            <p:nvPr/>
          </p:nvSpPr>
          <p:spPr>
            <a:xfrm>
              <a:off x="2722090" y="2890162"/>
              <a:ext cx="238770" cy="371841"/>
            </a:xfrm>
            <a:custGeom>
              <a:avLst/>
              <a:gdLst/>
              <a:ahLst/>
              <a:cxnLst/>
              <a:rect l="l" t="t" r="r" b="b"/>
              <a:pathLst>
                <a:path w="7502" h="11683" extrusionOk="0">
                  <a:moveTo>
                    <a:pt x="3835" y="372"/>
                  </a:moveTo>
                  <a:lnTo>
                    <a:pt x="3966" y="419"/>
                  </a:lnTo>
                  <a:cubicBezTo>
                    <a:pt x="4132" y="491"/>
                    <a:pt x="4251" y="634"/>
                    <a:pt x="4347" y="848"/>
                  </a:cubicBezTo>
                  <a:cubicBezTo>
                    <a:pt x="4168" y="812"/>
                    <a:pt x="4001" y="788"/>
                    <a:pt x="3835" y="777"/>
                  </a:cubicBezTo>
                  <a:lnTo>
                    <a:pt x="3835" y="372"/>
                  </a:lnTo>
                  <a:close/>
                  <a:moveTo>
                    <a:pt x="6609" y="9135"/>
                  </a:moveTo>
                  <a:cubicBezTo>
                    <a:pt x="6716" y="9135"/>
                    <a:pt x="6799" y="9230"/>
                    <a:pt x="6799" y="9337"/>
                  </a:cubicBezTo>
                  <a:lnTo>
                    <a:pt x="6799" y="9528"/>
                  </a:lnTo>
                  <a:lnTo>
                    <a:pt x="6609" y="9528"/>
                  </a:lnTo>
                  <a:cubicBezTo>
                    <a:pt x="6513" y="9528"/>
                    <a:pt x="6442" y="9599"/>
                    <a:pt x="6442" y="9694"/>
                  </a:cubicBezTo>
                  <a:cubicBezTo>
                    <a:pt x="6442" y="9778"/>
                    <a:pt x="6513" y="9849"/>
                    <a:pt x="6609" y="9849"/>
                  </a:cubicBezTo>
                  <a:lnTo>
                    <a:pt x="6978" y="9849"/>
                  </a:lnTo>
                  <a:cubicBezTo>
                    <a:pt x="7085" y="9849"/>
                    <a:pt x="7168" y="9944"/>
                    <a:pt x="7168" y="10040"/>
                  </a:cubicBezTo>
                  <a:lnTo>
                    <a:pt x="7168" y="11147"/>
                  </a:lnTo>
                  <a:cubicBezTo>
                    <a:pt x="7156" y="11266"/>
                    <a:pt x="7073" y="11361"/>
                    <a:pt x="6966" y="11361"/>
                  </a:cubicBezTo>
                  <a:lnTo>
                    <a:pt x="1477" y="11361"/>
                  </a:lnTo>
                  <a:cubicBezTo>
                    <a:pt x="1370" y="11361"/>
                    <a:pt x="1275" y="11266"/>
                    <a:pt x="1275" y="11159"/>
                  </a:cubicBezTo>
                  <a:lnTo>
                    <a:pt x="1275" y="10063"/>
                  </a:lnTo>
                  <a:cubicBezTo>
                    <a:pt x="1275" y="9956"/>
                    <a:pt x="1370" y="9873"/>
                    <a:pt x="1477" y="9873"/>
                  </a:cubicBezTo>
                  <a:lnTo>
                    <a:pt x="5859" y="9873"/>
                  </a:lnTo>
                  <a:cubicBezTo>
                    <a:pt x="5954" y="9873"/>
                    <a:pt x="6025" y="9790"/>
                    <a:pt x="6025" y="9706"/>
                  </a:cubicBezTo>
                  <a:cubicBezTo>
                    <a:pt x="6025" y="9611"/>
                    <a:pt x="5954" y="9540"/>
                    <a:pt x="5859" y="9540"/>
                  </a:cubicBezTo>
                  <a:lnTo>
                    <a:pt x="1656" y="9540"/>
                  </a:lnTo>
                  <a:lnTo>
                    <a:pt x="1656" y="9337"/>
                  </a:lnTo>
                  <a:cubicBezTo>
                    <a:pt x="1656" y="9230"/>
                    <a:pt x="1739" y="9135"/>
                    <a:pt x="1846" y="9135"/>
                  </a:cubicBezTo>
                  <a:close/>
                  <a:moveTo>
                    <a:pt x="3739" y="1"/>
                  </a:moveTo>
                  <a:cubicBezTo>
                    <a:pt x="3703" y="1"/>
                    <a:pt x="3678" y="3"/>
                    <a:pt x="3668" y="3"/>
                  </a:cubicBezTo>
                  <a:cubicBezTo>
                    <a:pt x="3585" y="15"/>
                    <a:pt x="3513" y="74"/>
                    <a:pt x="3513" y="157"/>
                  </a:cubicBezTo>
                  <a:lnTo>
                    <a:pt x="3513" y="729"/>
                  </a:lnTo>
                  <a:cubicBezTo>
                    <a:pt x="3438" y="725"/>
                    <a:pt x="3373" y="724"/>
                    <a:pt x="3319" y="724"/>
                  </a:cubicBezTo>
                  <a:cubicBezTo>
                    <a:pt x="3210" y="724"/>
                    <a:pt x="3144" y="729"/>
                    <a:pt x="3120" y="729"/>
                  </a:cubicBezTo>
                  <a:cubicBezTo>
                    <a:pt x="3037" y="729"/>
                    <a:pt x="2954" y="812"/>
                    <a:pt x="2954" y="908"/>
                  </a:cubicBezTo>
                  <a:cubicBezTo>
                    <a:pt x="2954" y="991"/>
                    <a:pt x="3049" y="1074"/>
                    <a:pt x="3132" y="1074"/>
                  </a:cubicBezTo>
                  <a:cubicBezTo>
                    <a:pt x="3135" y="1074"/>
                    <a:pt x="3172" y="1073"/>
                    <a:pt x="3236" y="1073"/>
                  </a:cubicBezTo>
                  <a:cubicBezTo>
                    <a:pt x="3649" y="1073"/>
                    <a:pt x="5188" y="1135"/>
                    <a:pt x="6156" y="2062"/>
                  </a:cubicBezTo>
                  <a:cubicBezTo>
                    <a:pt x="6704" y="2586"/>
                    <a:pt x="6978" y="3301"/>
                    <a:pt x="6978" y="4194"/>
                  </a:cubicBezTo>
                  <a:cubicBezTo>
                    <a:pt x="6978" y="5158"/>
                    <a:pt x="6764" y="5753"/>
                    <a:pt x="6549" y="6408"/>
                  </a:cubicBezTo>
                  <a:cubicBezTo>
                    <a:pt x="6323" y="7063"/>
                    <a:pt x="6085" y="7742"/>
                    <a:pt x="6073" y="8778"/>
                  </a:cubicBezTo>
                  <a:lnTo>
                    <a:pt x="2120" y="8778"/>
                  </a:lnTo>
                  <a:cubicBezTo>
                    <a:pt x="2084" y="8694"/>
                    <a:pt x="2025" y="8492"/>
                    <a:pt x="2025" y="8218"/>
                  </a:cubicBezTo>
                  <a:cubicBezTo>
                    <a:pt x="2025" y="7766"/>
                    <a:pt x="2299" y="6730"/>
                    <a:pt x="4168" y="4860"/>
                  </a:cubicBezTo>
                  <a:cubicBezTo>
                    <a:pt x="4227" y="4801"/>
                    <a:pt x="4227" y="4729"/>
                    <a:pt x="4192" y="4658"/>
                  </a:cubicBezTo>
                  <a:cubicBezTo>
                    <a:pt x="4157" y="4606"/>
                    <a:pt x="4109" y="4573"/>
                    <a:pt x="4058" y="4573"/>
                  </a:cubicBezTo>
                  <a:cubicBezTo>
                    <a:pt x="4040" y="4573"/>
                    <a:pt x="4020" y="4577"/>
                    <a:pt x="4001" y="4587"/>
                  </a:cubicBezTo>
                  <a:cubicBezTo>
                    <a:pt x="4001" y="4587"/>
                    <a:pt x="3902" y="4611"/>
                    <a:pt x="3741" y="4611"/>
                  </a:cubicBezTo>
                  <a:cubicBezTo>
                    <a:pt x="3530" y="4611"/>
                    <a:pt x="3214" y="4569"/>
                    <a:pt x="2882" y="4372"/>
                  </a:cubicBezTo>
                  <a:cubicBezTo>
                    <a:pt x="2803" y="4328"/>
                    <a:pt x="2715" y="4306"/>
                    <a:pt x="2627" y="4306"/>
                  </a:cubicBezTo>
                  <a:cubicBezTo>
                    <a:pt x="2503" y="4306"/>
                    <a:pt x="2379" y="4348"/>
                    <a:pt x="2275" y="4432"/>
                  </a:cubicBezTo>
                  <a:cubicBezTo>
                    <a:pt x="2058" y="4611"/>
                    <a:pt x="1655" y="4842"/>
                    <a:pt x="1053" y="4842"/>
                  </a:cubicBezTo>
                  <a:cubicBezTo>
                    <a:pt x="895" y="4842"/>
                    <a:pt x="723" y="4826"/>
                    <a:pt x="537" y="4789"/>
                  </a:cubicBezTo>
                  <a:lnTo>
                    <a:pt x="382" y="4075"/>
                  </a:lnTo>
                  <a:lnTo>
                    <a:pt x="2156" y="2301"/>
                  </a:lnTo>
                  <a:cubicBezTo>
                    <a:pt x="2180" y="2277"/>
                    <a:pt x="2203" y="2229"/>
                    <a:pt x="2203" y="2193"/>
                  </a:cubicBezTo>
                  <a:lnTo>
                    <a:pt x="2203" y="1967"/>
                  </a:lnTo>
                  <a:cubicBezTo>
                    <a:pt x="2203" y="1860"/>
                    <a:pt x="2275" y="1789"/>
                    <a:pt x="2382" y="1777"/>
                  </a:cubicBezTo>
                  <a:cubicBezTo>
                    <a:pt x="2501" y="1764"/>
                    <a:pt x="2692" y="1750"/>
                    <a:pt x="2929" y="1750"/>
                  </a:cubicBezTo>
                  <a:cubicBezTo>
                    <a:pt x="3355" y="1750"/>
                    <a:pt x="3928" y="1796"/>
                    <a:pt x="4501" y="1979"/>
                  </a:cubicBezTo>
                  <a:cubicBezTo>
                    <a:pt x="4522" y="1987"/>
                    <a:pt x="4544" y="1991"/>
                    <a:pt x="4565" y="1991"/>
                  </a:cubicBezTo>
                  <a:cubicBezTo>
                    <a:pt x="4639" y="1991"/>
                    <a:pt x="4706" y="1943"/>
                    <a:pt x="4716" y="1860"/>
                  </a:cubicBezTo>
                  <a:cubicBezTo>
                    <a:pt x="4739" y="1777"/>
                    <a:pt x="4704" y="1670"/>
                    <a:pt x="4597" y="1658"/>
                  </a:cubicBezTo>
                  <a:cubicBezTo>
                    <a:pt x="3956" y="1457"/>
                    <a:pt x="3315" y="1408"/>
                    <a:pt x="2856" y="1408"/>
                  </a:cubicBezTo>
                  <a:cubicBezTo>
                    <a:pt x="2632" y="1408"/>
                    <a:pt x="2451" y="1420"/>
                    <a:pt x="2334" y="1431"/>
                  </a:cubicBezTo>
                  <a:cubicBezTo>
                    <a:pt x="2049" y="1455"/>
                    <a:pt x="1846" y="1681"/>
                    <a:pt x="1846" y="1967"/>
                  </a:cubicBezTo>
                  <a:lnTo>
                    <a:pt x="1846" y="2110"/>
                  </a:lnTo>
                  <a:lnTo>
                    <a:pt x="60" y="3896"/>
                  </a:lnTo>
                  <a:cubicBezTo>
                    <a:pt x="13" y="3944"/>
                    <a:pt x="1" y="4003"/>
                    <a:pt x="13" y="4051"/>
                  </a:cubicBezTo>
                  <a:lnTo>
                    <a:pt x="191" y="4956"/>
                  </a:lnTo>
                  <a:cubicBezTo>
                    <a:pt x="203" y="5015"/>
                    <a:pt x="251" y="5075"/>
                    <a:pt x="310" y="5087"/>
                  </a:cubicBezTo>
                  <a:cubicBezTo>
                    <a:pt x="569" y="5151"/>
                    <a:pt x="806" y="5178"/>
                    <a:pt x="1022" y="5178"/>
                  </a:cubicBezTo>
                  <a:cubicBezTo>
                    <a:pt x="1722" y="5178"/>
                    <a:pt x="2199" y="4897"/>
                    <a:pt x="2453" y="4706"/>
                  </a:cubicBezTo>
                  <a:cubicBezTo>
                    <a:pt x="2497" y="4669"/>
                    <a:pt x="2550" y="4655"/>
                    <a:pt x="2598" y="4655"/>
                  </a:cubicBezTo>
                  <a:cubicBezTo>
                    <a:pt x="2628" y="4655"/>
                    <a:pt x="2657" y="4661"/>
                    <a:pt x="2680" y="4670"/>
                  </a:cubicBezTo>
                  <a:cubicBezTo>
                    <a:pt x="3001" y="4872"/>
                    <a:pt x="3335" y="4932"/>
                    <a:pt x="3573" y="4944"/>
                  </a:cubicBezTo>
                  <a:cubicBezTo>
                    <a:pt x="1977" y="6611"/>
                    <a:pt x="1632" y="7635"/>
                    <a:pt x="1632" y="8218"/>
                  </a:cubicBezTo>
                  <a:cubicBezTo>
                    <a:pt x="1632" y="8456"/>
                    <a:pt x="1680" y="8647"/>
                    <a:pt x="1727" y="8778"/>
                  </a:cubicBezTo>
                  <a:cubicBezTo>
                    <a:pt x="1465" y="8825"/>
                    <a:pt x="1275" y="9051"/>
                    <a:pt x="1275" y="9313"/>
                  </a:cubicBezTo>
                  <a:lnTo>
                    <a:pt x="1275" y="9540"/>
                  </a:lnTo>
                  <a:cubicBezTo>
                    <a:pt x="1072" y="9611"/>
                    <a:pt x="906" y="9801"/>
                    <a:pt x="906" y="10040"/>
                  </a:cubicBezTo>
                  <a:lnTo>
                    <a:pt x="906" y="11147"/>
                  </a:lnTo>
                  <a:cubicBezTo>
                    <a:pt x="906" y="11445"/>
                    <a:pt x="1144" y="11683"/>
                    <a:pt x="1441" y="11683"/>
                  </a:cubicBezTo>
                  <a:lnTo>
                    <a:pt x="6930" y="11683"/>
                  </a:lnTo>
                  <a:cubicBezTo>
                    <a:pt x="7228" y="11683"/>
                    <a:pt x="7466" y="11445"/>
                    <a:pt x="7466" y="11147"/>
                  </a:cubicBezTo>
                  <a:lnTo>
                    <a:pt x="7466" y="10040"/>
                  </a:lnTo>
                  <a:cubicBezTo>
                    <a:pt x="7502" y="9825"/>
                    <a:pt x="7347" y="9611"/>
                    <a:pt x="7145" y="9551"/>
                  </a:cubicBezTo>
                  <a:lnTo>
                    <a:pt x="7145" y="9337"/>
                  </a:lnTo>
                  <a:cubicBezTo>
                    <a:pt x="7145" y="9039"/>
                    <a:pt x="6906" y="8801"/>
                    <a:pt x="6609" y="8801"/>
                  </a:cubicBezTo>
                  <a:lnTo>
                    <a:pt x="6418" y="8801"/>
                  </a:lnTo>
                  <a:cubicBezTo>
                    <a:pt x="6442" y="7801"/>
                    <a:pt x="6656" y="7158"/>
                    <a:pt x="6871" y="6527"/>
                  </a:cubicBezTo>
                  <a:cubicBezTo>
                    <a:pt x="7097" y="5896"/>
                    <a:pt x="7323" y="5229"/>
                    <a:pt x="7323" y="4206"/>
                  </a:cubicBezTo>
                  <a:cubicBezTo>
                    <a:pt x="7323" y="3229"/>
                    <a:pt x="7014" y="2420"/>
                    <a:pt x="6394" y="1824"/>
                  </a:cubicBezTo>
                  <a:cubicBezTo>
                    <a:pt x="5906" y="1372"/>
                    <a:pt x="5299" y="1098"/>
                    <a:pt x="4751" y="931"/>
                  </a:cubicBezTo>
                  <a:cubicBezTo>
                    <a:pt x="4632" y="431"/>
                    <a:pt x="4358" y="205"/>
                    <a:pt x="4156" y="98"/>
                  </a:cubicBezTo>
                  <a:cubicBezTo>
                    <a:pt x="3986" y="13"/>
                    <a:pt x="3828" y="1"/>
                    <a:pt x="3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9291;p16">
              <a:extLst>
                <a:ext uri="{FF2B5EF4-FFF2-40B4-BE49-F238E27FC236}">
                  <a16:creationId xmlns:a16="http://schemas.microsoft.com/office/drawing/2014/main" id="{9F641AD3-D910-41A3-9A0A-3EEF50260C17}"/>
                </a:ext>
              </a:extLst>
            </p:cNvPr>
            <p:cNvSpPr/>
            <p:nvPr/>
          </p:nvSpPr>
          <p:spPr>
            <a:xfrm>
              <a:off x="2882023" y="2951111"/>
              <a:ext cx="21993" cy="16837"/>
            </a:xfrm>
            <a:custGeom>
              <a:avLst/>
              <a:gdLst/>
              <a:ahLst/>
              <a:cxnLst/>
              <a:rect l="l" t="t" r="r" b="b"/>
              <a:pathLst>
                <a:path w="691" h="529" extrusionOk="0">
                  <a:moveTo>
                    <a:pt x="202" y="0"/>
                  </a:moveTo>
                  <a:cubicBezTo>
                    <a:pt x="138" y="0"/>
                    <a:pt x="81" y="30"/>
                    <a:pt x="48" y="88"/>
                  </a:cubicBezTo>
                  <a:cubicBezTo>
                    <a:pt x="0" y="183"/>
                    <a:pt x="36" y="290"/>
                    <a:pt x="119" y="338"/>
                  </a:cubicBezTo>
                  <a:cubicBezTo>
                    <a:pt x="215" y="374"/>
                    <a:pt x="298" y="433"/>
                    <a:pt x="393" y="493"/>
                  </a:cubicBezTo>
                  <a:cubicBezTo>
                    <a:pt x="417" y="517"/>
                    <a:pt x="453" y="528"/>
                    <a:pt x="476" y="528"/>
                  </a:cubicBezTo>
                  <a:cubicBezTo>
                    <a:pt x="536" y="528"/>
                    <a:pt x="584" y="493"/>
                    <a:pt x="631" y="457"/>
                  </a:cubicBezTo>
                  <a:cubicBezTo>
                    <a:pt x="691" y="362"/>
                    <a:pt x="655" y="255"/>
                    <a:pt x="584" y="195"/>
                  </a:cubicBezTo>
                  <a:cubicBezTo>
                    <a:pt x="488" y="136"/>
                    <a:pt x="393" y="76"/>
                    <a:pt x="286" y="16"/>
                  </a:cubicBezTo>
                  <a:cubicBezTo>
                    <a:pt x="257" y="6"/>
                    <a:pt x="229" y="0"/>
                    <a:pt x="2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Google Shape;9292;p16">
              <a:extLst>
                <a:ext uri="{FF2B5EF4-FFF2-40B4-BE49-F238E27FC236}">
                  <a16:creationId xmlns:a16="http://schemas.microsoft.com/office/drawing/2014/main" id="{8F98491A-5B0E-4508-AE89-1AFE709CE477}"/>
                </a:ext>
              </a:extLst>
            </p:cNvPr>
            <p:cNvSpPr/>
            <p:nvPr/>
          </p:nvSpPr>
          <p:spPr>
            <a:xfrm>
              <a:off x="2804332" y="2960341"/>
              <a:ext cx="11012" cy="15946"/>
            </a:xfrm>
            <a:custGeom>
              <a:avLst/>
              <a:gdLst/>
              <a:ahLst/>
              <a:cxnLst/>
              <a:rect l="l" t="t" r="r" b="b"/>
              <a:pathLst>
                <a:path w="346" h="501" extrusionOk="0"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346"/>
                  </a:lnTo>
                  <a:cubicBezTo>
                    <a:pt x="0" y="429"/>
                    <a:pt x="84" y="500"/>
                    <a:pt x="167" y="500"/>
                  </a:cubicBezTo>
                  <a:cubicBezTo>
                    <a:pt x="262" y="500"/>
                    <a:pt x="334" y="429"/>
                    <a:pt x="334" y="346"/>
                  </a:cubicBezTo>
                  <a:lnTo>
                    <a:pt x="334" y="167"/>
                  </a:lnTo>
                  <a:cubicBezTo>
                    <a:pt x="346" y="72"/>
                    <a:pt x="274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533494" y="1294922"/>
            <a:ext cx="423978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24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rgbClr val="F9F9F1"/>
      </a:lt1>
      <a:dk2>
        <a:srgbClr val="3E4C4C"/>
      </a:dk2>
      <a:lt2>
        <a:srgbClr val="A3D392"/>
      </a:lt2>
      <a:accent1>
        <a:srgbClr val="89C77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00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0F9265880FE949BE8C3D0F37C1ED3D" ma:contentTypeVersion="2" ma:contentTypeDescription="Crear nuevo documento." ma:contentTypeScope="" ma:versionID="6324523375f5276df15901b2904a8cd9">
  <xsd:schema xmlns:xsd="http://www.w3.org/2001/XMLSchema" xmlns:xs="http://www.w3.org/2001/XMLSchema" xmlns:p="http://schemas.microsoft.com/office/2006/metadata/properties" xmlns:ns3="3f268bcc-9c2a-49f3-9cb3-db7f72c2a58d" targetNamespace="http://schemas.microsoft.com/office/2006/metadata/properties" ma:root="true" ma:fieldsID="8e3f4d39d2faae94feeda0b25b8144f3" ns3:_="">
    <xsd:import namespace="3f268bcc-9c2a-49f3-9cb3-db7f72c2a5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268bcc-9c2a-49f3-9cb3-db7f72c2a5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3793DF-674F-4C25-8DD1-2BF3AFB246E6}">
  <ds:schemaRefs>
    <ds:schemaRef ds:uri="http://www.w3.org/XML/1998/namespace"/>
    <ds:schemaRef ds:uri="http://schemas.microsoft.com/office/infopath/2007/PartnerControls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3f268bcc-9c2a-49f3-9cb3-db7f72c2a58d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029A6F5-7966-4245-8D7A-1C8C9B0637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268bcc-9c2a-49f3-9cb3-db7f72c2a5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4D2616-482F-4E99-BD1E-BF5EB26CAF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10609</TotalTime>
  <Words>991</Words>
  <Application>Microsoft Office PowerPoint</Application>
  <PresentationFormat>On-screen Show (16:9)</PresentationFormat>
  <Paragraphs>150</Paragraphs>
  <Slides>25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Montserrat</vt:lpstr>
      <vt:lpstr>Poiret One</vt:lpstr>
      <vt:lpstr>Poppins</vt:lpstr>
      <vt:lpstr>Office Theme</vt:lpstr>
      <vt:lpstr>Picture</vt:lpstr>
      <vt:lpstr>Attendence Tracking using QR system</vt:lpstr>
      <vt:lpstr>Abstract</vt:lpstr>
      <vt:lpstr>🔹 Why did we develop this system?</vt:lpstr>
      <vt:lpstr>🔹 Project Objectives</vt:lpstr>
      <vt:lpstr>System Workflow</vt:lpstr>
      <vt:lpstr>How Does The System Work?</vt:lpstr>
      <vt:lpstr>Functional &amp; Non-functional Requirements</vt:lpstr>
      <vt:lpstr>Requirements Validation</vt:lpstr>
      <vt:lpstr>Requirements Validation</vt:lpstr>
      <vt:lpstr>Sequence Diagram</vt:lpstr>
      <vt:lpstr>Methodology Used</vt:lpstr>
      <vt:lpstr>How can Agile framework be integrated in our project ?</vt:lpstr>
      <vt:lpstr>How can Agile framework be integrated in our project ?</vt:lpstr>
      <vt:lpstr>Scrum, an Agile framework, to divide the project into sprints and maintain a flexible approach.</vt:lpstr>
      <vt:lpstr>Scrum, an Agile framework, to divide the project into sprints and maintain a flexible approach.</vt:lpstr>
      <vt:lpstr>XP (Extreme Programming)</vt:lpstr>
      <vt:lpstr>PowerPoint Presentation</vt:lpstr>
      <vt:lpstr>📌 How XP &amp; Agile Improved Our QR-Based Attendance System</vt:lpstr>
      <vt:lpstr>PowerPoint Presentation</vt:lpstr>
      <vt:lpstr>Refactoring &amp; AI in Attendence Tracking</vt:lpstr>
      <vt:lpstr>USE-CASE Diagram</vt:lpstr>
      <vt:lpstr>PowerPoint Presentation</vt:lpstr>
      <vt:lpstr>Context Model in QR system</vt:lpstr>
      <vt:lpstr>Architectural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CONTINUITY FRAMEWORKS MEETING</dc:title>
  <dc:creator>HPCO</dc:creator>
  <cp:lastModifiedBy>HPCO</cp:lastModifiedBy>
  <cp:revision>32</cp:revision>
  <dcterms:created xsi:type="dcterms:W3CDTF">2021-10-12T08:06:43Z</dcterms:created>
  <dcterms:modified xsi:type="dcterms:W3CDTF">2025-02-04T04:30:24Z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0x010100E60F9265880FE949BE8C3D0F37C1ED3D</vt:lpwstr>
  </property>
</Properties>
</file>